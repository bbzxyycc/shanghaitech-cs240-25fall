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82"/>
    <p:restoredTop sz="94658"/>
  </p:normalViewPr>
  <p:slideViewPr>
    <p:cSldViewPr snapToGrid="0">
      <p:cViewPr varScale="1">
        <p:scale>
          <a:sx n="89" d="100"/>
          <a:sy n="89" d="100"/>
        </p:scale>
        <p:origin x="16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CF686-F1E4-294A-1A81-745C6AD20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FCBC6A-3F67-FB43-FCF4-DFC427ACA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57CA0-9810-E12D-DED5-A5AE1317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A9D9E-B67A-BC88-AAAC-97AB331C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2DEF2C-8748-2AE8-7EC6-0C60DB3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89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079BC-31B6-65BA-0FFA-29003E5A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F735D-78BD-BCB3-B58A-4E9BD4B0F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7B4EB-693C-6550-56AC-E9E09666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335714-D5D4-60D3-8304-19760BC1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5303B-DB67-4C92-2573-8478D8F3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12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84453-17E2-E169-FC6D-1AF00C91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8292CE-20E2-6D79-D0B6-11756356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C67CA-31FB-1F8F-7131-660EF480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82EA5-E484-390E-F22E-36594655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957A4-3619-428A-986E-CE4831C0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70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5168B-7628-CFA1-45AB-FEDE7966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82343-FA68-5035-51F9-7D2697429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70DB7-A563-7342-9467-6184D7151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313D74-847A-29AF-D3A6-A6DD112A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635AE0-3085-1344-0B06-83D86BE6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778DCC-0CB4-E83A-9DDC-B0791251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7045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4752D-BB0A-3861-23E9-08C2FBD2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73EC02-EAC1-BF72-576D-9AE293B51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2E4D8D-A073-2DFD-7C98-A7A0B2279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C777F4-91A3-42FD-C5AF-95A6AA890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02F9F-7C66-0849-269C-D17291D3E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0EB9B1-F532-1C01-841D-597A6F41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71252F-7FA8-B331-8D08-C5CAF45C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5E5EB5-548E-A199-DBAA-49042CBF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98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CD08E-DB10-987B-6F82-BA9E07F8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F1BAA4-A247-50E2-7D41-1DF848B8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264D9-F7A2-5D4A-AC47-45A98F62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9BE10A-17EB-7ACF-3015-4AA96BCE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5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DFF878-E082-3D95-C60D-6DDD45F6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99299A-93CF-68B5-6B22-CE1D231A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44BBE7-8D47-262B-9219-D0EE6EBA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34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363FE-E867-80FD-5D29-D19572B5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4EC4D-9786-16AB-D7C0-2D2D4F700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E5376E-C867-2618-A974-169C4749D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D505B8-4DFD-924F-9BFB-8E4ECE7C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C736D5-017B-990F-7F28-D22DA040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D7BA21-9220-9938-177D-4D8E1BFE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29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55418-7B21-2A6A-494C-8087F4096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D927C5-8176-9510-5DD0-D49AFB4DD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8127B5-6FBC-53B3-9726-EACFFE324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3DD08F-74AD-B627-199D-33027A9A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580979-7263-D3E0-531F-5551B95B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4F1710-F850-C70E-A027-3D39009C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48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B4514-0B2E-4CAE-2F35-6D1FF98C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7D2850-0532-15FA-975F-73463EF61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287A9-1E1D-7228-4714-0AD8E7B4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4B3F7-EC68-1A1A-741C-AB7F8627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7C797-2A3A-5A5F-A095-D468C9AB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185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D046ED-382D-F6AD-F19F-D6D15AED7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B7809E-847A-83C7-BBBE-D9108DE1D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0CE81-73FC-C0EB-9856-030CF8BA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41F55A-8405-A106-C40A-3D3A08C6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B0D0D-9995-5E12-1762-50507920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036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BF34D0-D607-CFE3-FE2F-9D59C94D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CE54F2-1353-883A-27DF-14C31D057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5CCC6-124E-A4EB-C90F-88FB6BE24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9EF60-27A7-5C49-BC9E-F771C2A75390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32685-5A81-F22A-6F34-E05D4DC45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51DF8-77EE-D1A2-6415-929BE6C76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1FD94-C0D4-074A-B49E-3906CDB752B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05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3.png"/><Relationship Id="rId21" Type="http://schemas.openxmlformats.org/officeDocument/2006/relationships/image" Target="../media/image43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30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3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4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4.png"/><Relationship Id="rId12" Type="http://schemas.openxmlformats.org/officeDocument/2006/relationships/image" Target="../media/image5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40572709-C610-B540-33B0-BCE3D9561240}"/>
              </a:ext>
            </a:extLst>
          </p:cNvPr>
          <p:cNvSpPr/>
          <p:nvPr/>
        </p:nvSpPr>
        <p:spPr>
          <a:xfrm>
            <a:off x="1849821" y="342900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462A54F-2589-4905-599D-8B49B070CF3B}"/>
              </a:ext>
            </a:extLst>
          </p:cNvPr>
          <p:cNvSpPr/>
          <p:nvPr/>
        </p:nvSpPr>
        <p:spPr>
          <a:xfrm>
            <a:off x="7694856" y="3505707"/>
            <a:ext cx="540000" cy="5528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63B342E-ECC7-5ACA-B574-48FF407CA830}"/>
              </a:ext>
            </a:extLst>
          </p:cNvPr>
          <p:cNvSpPr/>
          <p:nvPr/>
        </p:nvSpPr>
        <p:spPr>
          <a:xfrm>
            <a:off x="3391573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3DD9560-946B-917A-768A-0D399D4E1B8E}"/>
              </a:ext>
            </a:extLst>
          </p:cNvPr>
          <p:cNvSpPr/>
          <p:nvPr/>
        </p:nvSpPr>
        <p:spPr>
          <a:xfrm>
            <a:off x="3391573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1446B17-A6B2-1359-BCD3-F8FAEA280874}"/>
              </a:ext>
            </a:extLst>
          </p:cNvPr>
          <p:cNvSpPr/>
          <p:nvPr/>
        </p:nvSpPr>
        <p:spPr>
          <a:xfrm>
            <a:off x="5298560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F5857B9-28CB-4BA4-1698-86ED5CCE6C9F}"/>
              </a:ext>
            </a:extLst>
          </p:cNvPr>
          <p:cNvSpPr/>
          <p:nvPr/>
        </p:nvSpPr>
        <p:spPr>
          <a:xfrm>
            <a:off x="5298560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4E49A0-3DB6-9EDF-AF26-0EE755764522}"/>
              </a:ext>
            </a:extLst>
          </p:cNvPr>
          <p:cNvCxnSpPr>
            <a:stCxn id="6" idx="7"/>
            <a:endCxn id="8" idx="2"/>
          </p:cNvCxnSpPr>
          <p:nvPr/>
        </p:nvCxnSpPr>
        <p:spPr>
          <a:xfrm flipV="1">
            <a:off x="2310740" y="2814998"/>
            <a:ext cx="1080833" cy="693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333A9A6-F1EE-16E0-CCD9-4C9DD2C09FD2}"/>
              </a:ext>
            </a:extLst>
          </p:cNvPr>
          <p:cNvCxnSpPr>
            <a:stCxn id="6" idx="5"/>
            <a:endCxn id="9" idx="2"/>
          </p:cNvCxnSpPr>
          <p:nvPr/>
        </p:nvCxnSpPr>
        <p:spPr>
          <a:xfrm>
            <a:off x="2310740" y="3889919"/>
            <a:ext cx="1080833" cy="716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F89D0FF-FE74-16D9-5363-21CCE1CB4BA2}"/>
              </a:ext>
            </a:extLst>
          </p:cNvPr>
          <p:cNvCxnSpPr>
            <a:stCxn id="9" idx="0"/>
            <a:endCxn id="8" idx="4"/>
          </p:cNvCxnSpPr>
          <p:nvPr/>
        </p:nvCxnSpPr>
        <p:spPr>
          <a:xfrm flipV="1">
            <a:off x="3661573" y="3084998"/>
            <a:ext cx="0" cy="125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C4E896D-AD06-326B-F538-0C7F473F15C1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31573" y="2814998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21C8681-586E-CC32-CBD7-99EADF8EF892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3931573" y="4606379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E76E2DD3-E0DD-F56B-707D-6E4F1BB12B46}"/>
              </a:ext>
            </a:extLst>
          </p:cNvPr>
          <p:cNvCxnSpPr>
            <a:stCxn id="9" idx="7"/>
            <a:endCxn id="10" idx="3"/>
          </p:cNvCxnSpPr>
          <p:nvPr/>
        </p:nvCxnSpPr>
        <p:spPr>
          <a:xfrm flipV="1">
            <a:off x="3852492" y="3005917"/>
            <a:ext cx="1525149" cy="140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A45BF50-4E57-C113-0999-4231C78F5F1B}"/>
              </a:ext>
            </a:extLst>
          </p:cNvPr>
          <p:cNvCxnSpPr>
            <a:cxnSpLocks/>
            <a:stCxn id="10" idx="6"/>
            <a:endCxn id="7" idx="1"/>
          </p:cNvCxnSpPr>
          <p:nvPr/>
        </p:nvCxnSpPr>
        <p:spPr>
          <a:xfrm>
            <a:off x="5838560" y="2814998"/>
            <a:ext cx="1935377" cy="771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7C87F88F-F68F-D01D-4ADA-F30A46F45F0C}"/>
              </a:ext>
            </a:extLst>
          </p:cNvPr>
          <p:cNvCxnSpPr>
            <a:cxnSpLocks/>
            <a:stCxn id="11" idx="6"/>
            <a:endCxn id="7" idx="3"/>
          </p:cNvCxnSpPr>
          <p:nvPr/>
        </p:nvCxnSpPr>
        <p:spPr>
          <a:xfrm flipV="1">
            <a:off x="5838560" y="3977624"/>
            <a:ext cx="1935377" cy="62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8DEFC9C-57A9-5D8A-AA56-A40E5866C992}"/>
              </a:ext>
            </a:extLst>
          </p:cNvPr>
          <p:cNvSpPr txBox="1"/>
          <p:nvPr/>
        </p:nvSpPr>
        <p:spPr>
          <a:xfrm>
            <a:off x="2586420" y="269987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5544F68-3AC8-A837-2A8B-249E469D8955}"/>
              </a:ext>
            </a:extLst>
          </p:cNvPr>
          <p:cNvSpPr txBox="1"/>
          <p:nvPr/>
        </p:nvSpPr>
        <p:spPr>
          <a:xfrm>
            <a:off x="4385825" y="23903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0B69CB7-001F-426B-E47C-4EE99191B124}"/>
              </a:ext>
            </a:extLst>
          </p:cNvPr>
          <p:cNvSpPr txBox="1"/>
          <p:nvPr/>
        </p:nvSpPr>
        <p:spPr>
          <a:xfrm>
            <a:off x="4420006" y="45693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BE57289-F7CF-29AD-2CEA-EDD0862A2AD4}"/>
              </a:ext>
            </a:extLst>
          </p:cNvPr>
          <p:cNvSpPr txBox="1"/>
          <p:nvPr/>
        </p:nvSpPr>
        <p:spPr>
          <a:xfrm>
            <a:off x="2613742" y="427971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634C6D6-8E1E-6E28-D73D-F53696B7C6DF}"/>
              </a:ext>
            </a:extLst>
          </p:cNvPr>
          <p:cNvSpPr txBox="1"/>
          <p:nvPr/>
        </p:nvSpPr>
        <p:spPr>
          <a:xfrm>
            <a:off x="6636972" y="433849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5B122BE-E85D-DFFD-517C-6E3E47531514}"/>
              </a:ext>
            </a:extLst>
          </p:cNvPr>
          <p:cNvSpPr txBox="1"/>
          <p:nvPr/>
        </p:nvSpPr>
        <p:spPr>
          <a:xfrm>
            <a:off x="6604329" y="27750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24CCB40-6C49-F268-AA3C-072BEA200BA4}"/>
              </a:ext>
            </a:extLst>
          </p:cNvPr>
          <p:cNvSpPr txBox="1"/>
          <p:nvPr/>
        </p:nvSpPr>
        <p:spPr>
          <a:xfrm>
            <a:off x="4656710" y="35993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428CBC7-CBA6-6887-F214-7605DBCF9E1E}"/>
              </a:ext>
            </a:extLst>
          </p:cNvPr>
          <p:cNvSpPr txBox="1"/>
          <p:nvPr/>
        </p:nvSpPr>
        <p:spPr>
          <a:xfrm>
            <a:off x="3656426" y="34124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2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78FD-B781-112D-B859-2D78B1FE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BA85F34-53E4-0F75-EA20-C97CD17CA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3012"/>
            <a:ext cx="7772400" cy="4371975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D2C5B91C-2490-00B1-FAB0-A7A94201C3FC}"/>
              </a:ext>
            </a:extLst>
          </p:cNvPr>
          <p:cNvSpPr/>
          <p:nvPr/>
        </p:nvSpPr>
        <p:spPr>
          <a:xfrm>
            <a:off x="1849821" y="342900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9A35661-F1C5-321D-948E-6C79D8B181BB}"/>
              </a:ext>
            </a:extLst>
          </p:cNvPr>
          <p:cNvSpPr/>
          <p:nvPr/>
        </p:nvSpPr>
        <p:spPr>
          <a:xfrm>
            <a:off x="7694856" y="3505707"/>
            <a:ext cx="540000" cy="5528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8BE8C7D-E5B5-4402-2E16-40EC7391D4C3}"/>
              </a:ext>
            </a:extLst>
          </p:cNvPr>
          <p:cNvSpPr/>
          <p:nvPr/>
        </p:nvSpPr>
        <p:spPr>
          <a:xfrm>
            <a:off x="3391573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E0FBE75-44EB-E8B8-FF99-E16C630766A1}"/>
              </a:ext>
            </a:extLst>
          </p:cNvPr>
          <p:cNvSpPr/>
          <p:nvPr/>
        </p:nvSpPr>
        <p:spPr>
          <a:xfrm>
            <a:off x="3391573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D95AE2C-A5C5-F93F-F061-FB04F592B158}"/>
              </a:ext>
            </a:extLst>
          </p:cNvPr>
          <p:cNvSpPr/>
          <p:nvPr/>
        </p:nvSpPr>
        <p:spPr>
          <a:xfrm>
            <a:off x="5298560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3AC9C43-70E6-D194-84A7-BCF4ED248160}"/>
              </a:ext>
            </a:extLst>
          </p:cNvPr>
          <p:cNvSpPr/>
          <p:nvPr/>
        </p:nvSpPr>
        <p:spPr>
          <a:xfrm>
            <a:off x="5298560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B289B50-6D17-8D31-5BF0-F564337C2ACD}"/>
              </a:ext>
            </a:extLst>
          </p:cNvPr>
          <p:cNvCxnSpPr>
            <a:stCxn id="2" idx="7"/>
            <a:endCxn id="5" idx="2"/>
          </p:cNvCxnSpPr>
          <p:nvPr/>
        </p:nvCxnSpPr>
        <p:spPr>
          <a:xfrm flipV="1">
            <a:off x="2310740" y="2814998"/>
            <a:ext cx="1080833" cy="693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834C6AF-67AF-4638-1271-FEF5510C08FE}"/>
              </a:ext>
            </a:extLst>
          </p:cNvPr>
          <p:cNvCxnSpPr>
            <a:stCxn id="2" idx="5"/>
            <a:endCxn id="6" idx="2"/>
          </p:cNvCxnSpPr>
          <p:nvPr/>
        </p:nvCxnSpPr>
        <p:spPr>
          <a:xfrm>
            <a:off x="2310740" y="3889919"/>
            <a:ext cx="1080833" cy="716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D1A1492-E828-61D5-34CB-23A27C23966F}"/>
              </a:ext>
            </a:extLst>
          </p:cNvPr>
          <p:cNvCxnSpPr>
            <a:stCxn id="6" idx="0"/>
            <a:endCxn id="5" idx="4"/>
          </p:cNvCxnSpPr>
          <p:nvPr/>
        </p:nvCxnSpPr>
        <p:spPr>
          <a:xfrm flipV="1">
            <a:off x="3661573" y="3084998"/>
            <a:ext cx="0" cy="125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27BF3207-7A63-98D7-B426-8AB28050DEA3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3931573" y="2814998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BEC9157-A1B4-2074-12F3-3B561DF8EAA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3931573" y="4606379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1B5DEAC0-4F9C-FF34-BBC9-D5B20C1D26CD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3852492" y="3005917"/>
            <a:ext cx="1525149" cy="140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1FCF6A9-8499-0E1E-0A8B-7C671C5931AB}"/>
              </a:ext>
            </a:extLst>
          </p:cNvPr>
          <p:cNvCxnSpPr>
            <a:cxnSpLocks/>
            <a:stCxn id="7" idx="6"/>
            <a:endCxn id="3" idx="1"/>
          </p:cNvCxnSpPr>
          <p:nvPr/>
        </p:nvCxnSpPr>
        <p:spPr>
          <a:xfrm>
            <a:off x="5838560" y="2814998"/>
            <a:ext cx="1935377" cy="771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0D7849-3CCA-A599-080F-8088D13A597E}"/>
              </a:ext>
            </a:extLst>
          </p:cNvPr>
          <p:cNvCxnSpPr>
            <a:cxnSpLocks/>
            <a:stCxn id="8" idx="6"/>
            <a:endCxn id="3" idx="3"/>
          </p:cNvCxnSpPr>
          <p:nvPr/>
        </p:nvCxnSpPr>
        <p:spPr>
          <a:xfrm flipV="1">
            <a:off x="5838560" y="3977624"/>
            <a:ext cx="1935377" cy="62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78EA205-80ED-DFC9-8CF7-F54E11F748EE}"/>
              </a:ext>
            </a:extLst>
          </p:cNvPr>
          <p:cNvSpPr txBox="1"/>
          <p:nvPr/>
        </p:nvSpPr>
        <p:spPr>
          <a:xfrm>
            <a:off x="2586420" y="269987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CC7108-37F4-790A-9C41-905C7A5984F3}"/>
              </a:ext>
            </a:extLst>
          </p:cNvPr>
          <p:cNvSpPr txBox="1"/>
          <p:nvPr/>
        </p:nvSpPr>
        <p:spPr>
          <a:xfrm>
            <a:off x="4385825" y="23903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460A0F-9BF2-F17F-22B6-9089E00CA9D7}"/>
              </a:ext>
            </a:extLst>
          </p:cNvPr>
          <p:cNvSpPr txBox="1"/>
          <p:nvPr/>
        </p:nvSpPr>
        <p:spPr>
          <a:xfrm>
            <a:off x="4420006" y="45693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E421AD-BDEC-FD65-CC0B-F90DDA56ADB9}"/>
              </a:ext>
            </a:extLst>
          </p:cNvPr>
          <p:cNvSpPr txBox="1"/>
          <p:nvPr/>
        </p:nvSpPr>
        <p:spPr>
          <a:xfrm>
            <a:off x="2613742" y="427971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C3868C-964A-334B-5265-0C3E98747418}"/>
              </a:ext>
            </a:extLst>
          </p:cNvPr>
          <p:cNvSpPr txBox="1"/>
          <p:nvPr/>
        </p:nvSpPr>
        <p:spPr>
          <a:xfrm>
            <a:off x="6636972" y="433849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21CB19-7C7C-17D8-47C8-7D41087323AA}"/>
              </a:ext>
            </a:extLst>
          </p:cNvPr>
          <p:cNvSpPr txBox="1"/>
          <p:nvPr/>
        </p:nvSpPr>
        <p:spPr>
          <a:xfrm>
            <a:off x="6604329" y="27750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39DC5C-C106-4B97-E16C-0DEECDAACC7E}"/>
              </a:ext>
            </a:extLst>
          </p:cNvPr>
          <p:cNvSpPr txBox="1"/>
          <p:nvPr/>
        </p:nvSpPr>
        <p:spPr>
          <a:xfrm>
            <a:off x="4656710" y="35993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ECF7EA-2EDF-FDCF-B5E7-699CDCA1101E}"/>
              </a:ext>
            </a:extLst>
          </p:cNvPr>
          <p:cNvSpPr txBox="1"/>
          <p:nvPr/>
        </p:nvSpPr>
        <p:spPr>
          <a:xfrm>
            <a:off x="3656426" y="34124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7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67FB-6A4B-4AF7-FCE1-3F07859A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3DC95CA-CC47-55AC-2AB6-D7B010A03636}"/>
              </a:ext>
            </a:extLst>
          </p:cNvPr>
          <p:cNvSpPr/>
          <p:nvPr/>
        </p:nvSpPr>
        <p:spPr>
          <a:xfrm>
            <a:off x="1849821" y="342900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F15879E-F8B0-FAE9-4167-C77B91D5B11D}"/>
              </a:ext>
            </a:extLst>
          </p:cNvPr>
          <p:cNvSpPr/>
          <p:nvPr/>
        </p:nvSpPr>
        <p:spPr>
          <a:xfrm>
            <a:off x="7694856" y="3505707"/>
            <a:ext cx="540000" cy="5528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9E6E7C6-8362-6ECF-2FDA-F241CFF1C75F}"/>
              </a:ext>
            </a:extLst>
          </p:cNvPr>
          <p:cNvSpPr/>
          <p:nvPr/>
        </p:nvSpPr>
        <p:spPr>
          <a:xfrm>
            <a:off x="3391573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A9B3837-05DA-4EDC-9D63-5B6EE6776DD4}"/>
              </a:ext>
            </a:extLst>
          </p:cNvPr>
          <p:cNvSpPr/>
          <p:nvPr/>
        </p:nvSpPr>
        <p:spPr>
          <a:xfrm>
            <a:off x="3391573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002011C-0BA5-0972-F51D-5D0DE49216C0}"/>
              </a:ext>
            </a:extLst>
          </p:cNvPr>
          <p:cNvSpPr/>
          <p:nvPr/>
        </p:nvSpPr>
        <p:spPr>
          <a:xfrm>
            <a:off x="5298560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810475F-F0A7-5D0D-5DA0-5F1548485CB2}"/>
              </a:ext>
            </a:extLst>
          </p:cNvPr>
          <p:cNvSpPr/>
          <p:nvPr/>
        </p:nvSpPr>
        <p:spPr>
          <a:xfrm>
            <a:off x="5298560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4FAA218-BB33-4129-C254-B360DD3245B6}"/>
              </a:ext>
            </a:extLst>
          </p:cNvPr>
          <p:cNvCxnSpPr>
            <a:stCxn id="2" idx="5"/>
            <a:endCxn id="6" idx="2"/>
          </p:cNvCxnSpPr>
          <p:nvPr/>
        </p:nvCxnSpPr>
        <p:spPr>
          <a:xfrm>
            <a:off x="2310740" y="3889919"/>
            <a:ext cx="1080833" cy="716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4B02A67-0245-8F43-B56F-ABF3DB99472F}"/>
              </a:ext>
            </a:extLst>
          </p:cNvPr>
          <p:cNvCxnSpPr>
            <a:stCxn id="6" idx="0"/>
            <a:endCxn id="5" idx="4"/>
          </p:cNvCxnSpPr>
          <p:nvPr/>
        </p:nvCxnSpPr>
        <p:spPr>
          <a:xfrm flipV="1">
            <a:off x="3661573" y="3084998"/>
            <a:ext cx="0" cy="125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8DFDAD6-3213-48A6-1ED8-8B3E36C3AC1C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3931573" y="2814998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70D3B1F-A8B2-B81F-60FB-5581D809C340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3931573" y="4606379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364FC96-AEE1-747A-A35D-925103D0A165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3852492" y="3005917"/>
            <a:ext cx="1525149" cy="140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4813ED4-4013-F275-7F5F-411BFB653A6A}"/>
              </a:ext>
            </a:extLst>
          </p:cNvPr>
          <p:cNvCxnSpPr>
            <a:cxnSpLocks/>
            <a:stCxn id="7" idx="6"/>
            <a:endCxn id="3" idx="1"/>
          </p:cNvCxnSpPr>
          <p:nvPr/>
        </p:nvCxnSpPr>
        <p:spPr>
          <a:xfrm>
            <a:off x="5838560" y="2814998"/>
            <a:ext cx="1935377" cy="771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B5DC5EA-A784-EA9D-ECA5-AAFDF578CB92}"/>
              </a:ext>
            </a:extLst>
          </p:cNvPr>
          <p:cNvCxnSpPr>
            <a:cxnSpLocks/>
            <a:stCxn id="8" idx="6"/>
            <a:endCxn id="3" idx="3"/>
          </p:cNvCxnSpPr>
          <p:nvPr/>
        </p:nvCxnSpPr>
        <p:spPr>
          <a:xfrm flipV="1">
            <a:off x="5838560" y="3977624"/>
            <a:ext cx="1935377" cy="62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E3583-EBEB-083D-F23C-C9CFF0C4A190}"/>
              </a:ext>
            </a:extLst>
          </p:cNvPr>
          <p:cNvSpPr txBox="1"/>
          <p:nvPr/>
        </p:nvSpPr>
        <p:spPr>
          <a:xfrm>
            <a:off x="2586420" y="269987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1C2363-2DD6-8093-F971-7D6FDDCB7806}"/>
              </a:ext>
            </a:extLst>
          </p:cNvPr>
          <p:cNvSpPr txBox="1"/>
          <p:nvPr/>
        </p:nvSpPr>
        <p:spPr>
          <a:xfrm>
            <a:off x="4420006" y="45693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D4CD38-C3BF-FD56-F5CC-B2D03C197AF1}"/>
              </a:ext>
            </a:extLst>
          </p:cNvPr>
          <p:cNvSpPr txBox="1"/>
          <p:nvPr/>
        </p:nvSpPr>
        <p:spPr>
          <a:xfrm>
            <a:off x="2613742" y="427971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D045A5-2A2B-4407-3DA4-6873C6BC8699}"/>
              </a:ext>
            </a:extLst>
          </p:cNvPr>
          <p:cNvSpPr txBox="1"/>
          <p:nvPr/>
        </p:nvSpPr>
        <p:spPr>
          <a:xfrm>
            <a:off x="6636972" y="433849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A6916B-5ED8-6878-E371-F7617EF36864}"/>
              </a:ext>
            </a:extLst>
          </p:cNvPr>
          <p:cNvSpPr txBox="1"/>
          <p:nvPr/>
        </p:nvSpPr>
        <p:spPr>
          <a:xfrm>
            <a:off x="4656710" y="35993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5382D6-82BA-46E8-0F6A-E10A3D7F895E}"/>
              </a:ext>
            </a:extLst>
          </p:cNvPr>
          <p:cNvSpPr txBox="1"/>
          <p:nvPr/>
        </p:nvSpPr>
        <p:spPr>
          <a:xfrm>
            <a:off x="3656426" y="34124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2EA71A19-506D-6B00-B1AB-39A580D945EA}"/>
              </a:ext>
            </a:extLst>
          </p:cNvPr>
          <p:cNvCxnSpPr>
            <a:stCxn id="5" idx="2"/>
            <a:endCxn id="2" idx="7"/>
          </p:cNvCxnSpPr>
          <p:nvPr/>
        </p:nvCxnSpPr>
        <p:spPr>
          <a:xfrm flipH="1">
            <a:off x="2310740" y="2814998"/>
            <a:ext cx="1080833" cy="693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6CD2C25-500C-50C2-A1DB-F63F73E163E2}"/>
              </a:ext>
            </a:extLst>
          </p:cNvPr>
          <p:cNvSpPr txBox="1"/>
          <p:nvPr/>
        </p:nvSpPr>
        <p:spPr>
          <a:xfrm>
            <a:off x="4411974" y="233480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5A6FF14-1A6E-5619-11EC-73C5C291CFB9}"/>
              </a:ext>
            </a:extLst>
          </p:cNvPr>
          <p:cNvSpPr txBox="1"/>
          <p:nvPr/>
        </p:nvSpPr>
        <p:spPr>
          <a:xfrm>
            <a:off x="6901708" y="27200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5ED49C4-D6B7-5CE1-F12B-9830A0D6EBAF}"/>
              </a:ext>
            </a:extLst>
          </p:cNvPr>
          <p:cNvSpPr txBox="1"/>
          <p:nvPr/>
        </p:nvSpPr>
        <p:spPr>
          <a:xfrm>
            <a:off x="6597431" y="31615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4067076-3BCA-194D-4183-0550D1FA7550}"/>
              </a:ext>
            </a:extLst>
          </p:cNvPr>
          <p:cNvCxnSpPr>
            <a:cxnSpLocks/>
            <a:stCxn id="3" idx="0"/>
            <a:endCxn id="7" idx="7"/>
          </p:cNvCxnSpPr>
          <p:nvPr/>
        </p:nvCxnSpPr>
        <p:spPr>
          <a:xfrm flipH="1" flipV="1">
            <a:off x="5759479" y="2624079"/>
            <a:ext cx="2205377" cy="881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66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1127C-F9AF-E319-C881-236612E9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C9A97BB-9AE6-B48A-8DAA-CB62AAFA1A63}"/>
              </a:ext>
            </a:extLst>
          </p:cNvPr>
          <p:cNvSpPr/>
          <p:nvPr/>
        </p:nvSpPr>
        <p:spPr>
          <a:xfrm>
            <a:off x="1849821" y="342900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689AD5-1B58-FB58-2133-B6DF2349A7EA}"/>
              </a:ext>
            </a:extLst>
          </p:cNvPr>
          <p:cNvSpPr/>
          <p:nvPr/>
        </p:nvSpPr>
        <p:spPr>
          <a:xfrm>
            <a:off x="7694856" y="3505707"/>
            <a:ext cx="540000" cy="5528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6366ED4-2390-CEA5-054C-C1B528A56D95}"/>
              </a:ext>
            </a:extLst>
          </p:cNvPr>
          <p:cNvSpPr/>
          <p:nvPr/>
        </p:nvSpPr>
        <p:spPr>
          <a:xfrm>
            <a:off x="3391573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79901C6-06B2-F1EC-ECB3-095014978961}"/>
              </a:ext>
            </a:extLst>
          </p:cNvPr>
          <p:cNvSpPr/>
          <p:nvPr/>
        </p:nvSpPr>
        <p:spPr>
          <a:xfrm>
            <a:off x="3391573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70BD687-DF0F-1F60-8392-11AA74632C0B}"/>
              </a:ext>
            </a:extLst>
          </p:cNvPr>
          <p:cNvSpPr/>
          <p:nvPr/>
        </p:nvSpPr>
        <p:spPr>
          <a:xfrm>
            <a:off x="5298560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C53156B-737D-A01C-7C12-49E3E07F91D0}"/>
              </a:ext>
            </a:extLst>
          </p:cNvPr>
          <p:cNvSpPr/>
          <p:nvPr/>
        </p:nvSpPr>
        <p:spPr>
          <a:xfrm>
            <a:off x="5298560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1CBF2616-C40A-8229-FA7A-9F8B615625D1}"/>
              </a:ext>
            </a:extLst>
          </p:cNvPr>
          <p:cNvCxnSpPr>
            <a:stCxn id="2" idx="5"/>
            <a:endCxn id="6" idx="2"/>
          </p:cNvCxnSpPr>
          <p:nvPr/>
        </p:nvCxnSpPr>
        <p:spPr>
          <a:xfrm>
            <a:off x="2310740" y="3889919"/>
            <a:ext cx="1080833" cy="716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678BA33B-F7E1-BBB5-C900-ED199F966D3C}"/>
              </a:ext>
            </a:extLst>
          </p:cNvPr>
          <p:cNvCxnSpPr>
            <a:stCxn id="6" idx="0"/>
            <a:endCxn id="5" idx="4"/>
          </p:cNvCxnSpPr>
          <p:nvPr/>
        </p:nvCxnSpPr>
        <p:spPr>
          <a:xfrm flipV="1">
            <a:off x="3661573" y="3084998"/>
            <a:ext cx="0" cy="125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20EAA77E-14C1-FA02-2E76-8D927E8ADD25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3931573" y="2814998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18605726-7869-B0B4-6181-F57F56D12D4C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3931573" y="4606379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F3ACDA47-70C9-99E2-35C4-874F905967F2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3852492" y="3005917"/>
            <a:ext cx="1525149" cy="140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ECC25A2-6F9D-5280-4833-C6759AFD7A85}"/>
              </a:ext>
            </a:extLst>
          </p:cNvPr>
          <p:cNvCxnSpPr>
            <a:cxnSpLocks/>
            <a:stCxn id="8" idx="6"/>
            <a:endCxn id="3" idx="3"/>
          </p:cNvCxnSpPr>
          <p:nvPr/>
        </p:nvCxnSpPr>
        <p:spPr>
          <a:xfrm flipV="1">
            <a:off x="5838560" y="3977624"/>
            <a:ext cx="1935377" cy="62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B4EC396-B1A4-05B7-524E-D80720A1272B}"/>
              </a:ext>
            </a:extLst>
          </p:cNvPr>
          <p:cNvSpPr txBox="1"/>
          <p:nvPr/>
        </p:nvSpPr>
        <p:spPr>
          <a:xfrm>
            <a:off x="2586420" y="269987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91A179-048A-39A6-1D2A-C5A3DDF39FEE}"/>
              </a:ext>
            </a:extLst>
          </p:cNvPr>
          <p:cNvSpPr txBox="1"/>
          <p:nvPr/>
        </p:nvSpPr>
        <p:spPr>
          <a:xfrm>
            <a:off x="4420006" y="45693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426B6D-ECDE-0592-8A9D-F6CA4227B748}"/>
              </a:ext>
            </a:extLst>
          </p:cNvPr>
          <p:cNvSpPr txBox="1"/>
          <p:nvPr/>
        </p:nvSpPr>
        <p:spPr>
          <a:xfrm>
            <a:off x="2862100" y="38303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438A6C-1143-F64C-BE8A-E01FCC6847C7}"/>
              </a:ext>
            </a:extLst>
          </p:cNvPr>
          <p:cNvSpPr txBox="1"/>
          <p:nvPr/>
        </p:nvSpPr>
        <p:spPr>
          <a:xfrm>
            <a:off x="6636972" y="433849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FF452B-A3DF-421F-B4E0-88B909D65CF2}"/>
              </a:ext>
            </a:extLst>
          </p:cNvPr>
          <p:cNvSpPr txBox="1"/>
          <p:nvPr/>
        </p:nvSpPr>
        <p:spPr>
          <a:xfrm>
            <a:off x="4488901" y="32008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F325D5-3D22-65F9-AE69-7AA2BFF07916}"/>
              </a:ext>
            </a:extLst>
          </p:cNvPr>
          <p:cNvSpPr txBox="1"/>
          <p:nvPr/>
        </p:nvSpPr>
        <p:spPr>
          <a:xfrm>
            <a:off x="3656426" y="34124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3ED6F43A-64D2-B206-CAC9-20CE28FEA579}"/>
              </a:ext>
            </a:extLst>
          </p:cNvPr>
          <p:cNvCxnSpPr>
            <a:stCxn id="5" idx="2"/>
            <a:endCxn id="2" idx="7"/>
          </p:cNvCxnSpPr>
          <p:nvPr/>
        </p:nvCxnSpPr>
        <p:spPr>
          <a:xfrm flipH="1">
            <a:off x="2310740" y="2814998"/>
            <a:ext cx="1080833" cy="693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8E14899-7A9D-FACD-DA1A-5B9994FD2CEB}"/>
              </a:ext>
            </a:extLst>
          </p:cNvPr>
          <p:cNvSpPr txBox="1"/>
          <p:nvPr/>
        </p:nvSpPr>
        <p:spPr>
          <a:xfrm>
            <a:off x="4411974" y="233480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63F99E1-9487-E50E-B7B6-02BFA27E277D}"/>
              </a:ext>
            </a:extLst>
          </p:cNvPr>
          <p:cNvSpPr txBox="1"/>
          <p:nvPr/>
        </p:nvSpPr>
        <p:spPr>
          <a:xfrm>
            <a:off x="6901708" y="27200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2B1A0BC-7932-96D2-ABF0-8F1E55C8CBF3}"/>
              </a:ext>
            </a:extLst>
          </p:cNvPr>
          <p:cNvCxnSpPr>
            <a:cxnSpLocks/>
            <a:stCxn id="3" idx="0"/>
            <a:endCxn id="7" idx="7"/>
          </p:cNvCxnSpPr>
          <p:nvPr/>
        </p:nvCxnSpPr>
        <p:spPr>
          <a:xfrm flipH="1" flipV="1">
            <a:off x="5759479" y="2624079"/>
            <a:ext cx="2205377" cy="881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375A657C-9BBE-997E-23D8-4F95B4316460}"/>
              </a:ext>
            </a:extLst>
          </p:cNvPr>
          <p:cNvCxnSpPr>
            <a:cxnSpLocks/>
          </p:cNvCxnSpPr>
          <p:nvPr/>
        </p:nvCxnSpPr>
        <p:spPr>
          <a:xfrm flipH="1" flipV="1">
            <a:off x="2232303" y="3989837"/>
            <a:ext cx="1221726" cy="807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3EAD2F9-F25C-A39A-F850-8E16DF57187B}"/>
              </a:ext>
            </a:extLst>
          </p:cNvPr>
          <p:cNvSpPr txBox="1"/>
          <p:nvPr/>
        </p:nvSpPr>
        <p:spPr>
          <a:xfrm>
            <a:off x="2586420" y="42669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13B572E-A2D2-9ED0-3E93-6EAC7728B5BE}"/>
              </a:ext>
            </a:extLst>
          </p:cNvPr>
          <p:cNvCxnSpPr>
            <a:cxnSpLocks/>
            <a:stCxn id="7" idx="4"/>
            <a:endCxn id="6" idx="6"/>
          </p:cNvCxnSpPr>
          <p:nvPr/>
        </p:nvCxnSpPr>
        <p:spPr>
          <a:xfrm flipH="1">
            <a:off x="3931573" y="3084998"/>
            <a:ext cx="1636987" cy="152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7E6DFDF-8C2F-D5C9-7046-AD1AAA010448}"/>
              </a:ext>
            </a:extLst>
          </p:cNvPr>
          <p:cNvSpPr txBox="1"/>
          <p:nvPr/>
        </p:nvSpPr>
        <p:spPr>
          <a:xfrm>
            <a:off x="5041721" y="34681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5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3D94-1FE8-89AE-D8B5-14D26DBB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C7A3ECD-EA51-4714-0D82-20683397414F}"/>
              </a:ext>
            </a:extLst>
          </p:cNvPr>
          <p:cNvSpPr/>
          <p:nvPr/>
        </p:nvSpPr>
        <p:spPr>
          <a:xfrm>
            <a:off x="1849821" y="342900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46944BA-0677-3066-3853-36D012E18E0C}"/>
              </a:ext>
            </a:extLst>
          </p:cNvPr>
          <p:cNvSpPr/>
          <p:nvPr/>
        </p:nvSpPr>
        <p:spPr>
          <a:xfrm>
            <a:off x="7694856" y="3505707"/>
            <a:ext cx="540000" cy="5528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A27D42E-950B-5BA8-0D4D-113BE95F05A7}"/>
              </a:ext>
            </a:extLst>
          </p:cNvPr>
          <p:cNvSpPr/>
          <p:nvPr/>
        </p:nvSpPr>
        <p:spPr>
          <a:xfrm>
            <a:off x="3391573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56996D-09D6-2B1D-DD47-49C52B8BABE2}"/>
              </a:ext>
            </a:extLst>
          </p:cNvPr>
          <p:cNvSpPr/>
          <p:nvPr/>
        </p:nvSpPr>
        <p:spPr>
          <a:xfrm>
            <a:off x="3391573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F43B4E-E7E5-2723-A295-14365D88B36A}"/>
              </a:ext>
            </a:extLst>
          </p:cNvPr>
          <p:cNvSpPr/>
          <p:nvPr/>
        </p:nvSpPr>
        <p:spPr>
          <a:xfrm>
            <a:off x="5298560" y="254499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FEF8E39-216B-52B1-499D-9784C86D4C28}"/>
              </a:ext>
            </a:extLst>
          </p:cNvPr>
          <p:cNvSpPr/>
          <p:nvPr/>
        </p:nvSpPr>
        <p:spPr>
          <a:xfrm>
            <a:off x="5298560" y="4336379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742B324-3C4F-4907-6C0D-730A823E1FFA}"/>
              </a:ext>
            </a:extLst>
          </p:cNvPr>
          <p:cNvCxnSpPr>
            <a:stCxn id="6" idx="0"/>
            <a:endCxn id="5" idx="4"/>
          </p:cNvCxnSpPr>
          <p:nvPr/>
        </p:nvCxnSpPr>
        <p:spPr>
          <a:xfrm flipV="1">
            <a:off x="3661573" y="3084998"/>
            <a:ext cx="0" cy="125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424E08F-1C7B-E8E2-5E91-F54254EDB3D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3931573" y="2814998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34B0D7F-02E2-CC92-7A50-992A136BB7E7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3852492" y="3005917"/>
            <a:ext cx="1525149" cy="140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21C45F1-109C-526D-3AA1-052C68CD6CF0}"/>
              </a:ext>
            </a:extLst>
          </p:cNvPr>
          <p:cNvCxnSpPr>
            <a:cxnSpLocks/>
            <a:stCxn id="8" idx="6"/>
            <a:endCxn id="3" idx="3"/>
          </p:cNvCxnSpPr>
          <p:nvPr/>
        </p:nvCxnSpPr>
        <p:spPr>
          <a:xfrm flipV="1">
            <a:off x="5838560" y="3977624"/>
            <a:ext cx="1935377" cy="62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703E660-B8F0-D16E-1FFA-EC14FB6870F8}"/>
              </a:ext>
            </a:extLst>
          </p:cNvPr>
          <p:cNvSpPr txBox="1"/>
          <p:nvPr/>
        </p:nvSpPr>
        <p:spPr>
          <a:xfrm>
            <a:off x="2586420" y="269987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25BC53-3DE0-B01A-8813-1FC86C56543C}"/>
              </a:ext>
            </a:extLst>
          </p:cNvPr>
          <p:cNvSpPr txBox="1"/>
          <p:nvPr/>
        </p:nvSpPr>
        <p:spPr>
          <a:xfrm>
            <a:off x="6636972" y="433849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727C97-9047-6040-3E4D-163FD7D85F9C}"/>
              </a:ext>
            </a:extLst>
          </p:cNvPr>
          <p:cNvSpPr txBox="1"/>
          <p:nvPr/>
        </p:nvSpPr>
        <p:spPr>
          <a:xfrm>
            <a:off x="4488901" y="32008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EEBFEF-7733-49D8-2F15-FDA4D36CBEC4}"/>
              </a:ext>
            </a:extLst>
          </p:cNvPr>
          <p:cNvSpPr txBox="1"/>
          <p:nvPr/>
        </p:nvSpPr>
        <p:spPr>
          <a:xfrm>
            <a:off x="3656426" y="34124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11B4D9E1-09E2-CF7F-7852-FA60ED5AC9C9}"/>
              </a:ext>
            </a:extLst>
          </p:cNvPr>
          <p:cNvCxnSpPr>
            <a:stCxn id="5" idx="2"/>
            <a:endCxn id="2" idx="7"/>
          </p:cNvCxnSpPr>
          <p:nvPr/>
        </p:nvCxnSpPr>
        <p:spPr>
          <a:xfrm flipH="1">
            <a:off x="2310740" y="2814998"/>
            <a:ext cx="1080833" cy="693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6BD9E3C-6FE2-9D97-DA1A-C0AD92DEFED8}"/>
              </a:ext>
            </a:extLst>
          </p:cNvPr>
          <p:cNvSpPr txBox="1"/>
          <p:nvPr/>
        </p:nvSpPr>
        <p:spPr>
          <a:xfrm>
            <a:off x="4411974" y="233480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1318A51-C86B-DD4C-D695-AC8760559E67}"/>
              </a:ext>
            </a:extLst>
          </p:cNvPr>
          <p:cNvSpPr txBox="1"/>
          <p:nvPr/>
        </p:nvSpPr>
        <p:spPr>
          <a:xfrm>
            <a:off x="6901708" y="27200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D9DEBE26-0687-F8ED-F6F0-AC9F9E7AAC27}"/>
              </a:ext>
            </a:extLst>
          </p:cNvPr>
          <p:cNvCxnSpPr>
            <a:cxnSpLocks/>
            <a:stCxn id="3" idx="0"/>
            <a:endCxn id="7" idx="7"/>
          </p:cNvCxnSpPr>
          <p:nvPr/>
        </p:nvCxnSpPr>
        <p:spPr>
          <a:xfrm flipH="1" flipV="1">
            <a:off x="5759479" y="2624079"/>
            <a:ext cx="2205377" cy="881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985AE575-31CA-2B9A-6EE1-C75D86358DFB}"/>
              </a:ext>
            </a:extLst>
          </p:cNvPr>
          <p:cNvCxnSpPr>
            <a:cxnSpLocks/>
            <a:stCxn id="6" idx="1"/>
            <a:endCxn id="2" idx="5"/>
          </p:cNvCxnSpPr>
          <p:nvPr/>
        </p:nvCxnSpPr>
        <p:spPr>
          <a:xfrm flipH="1" flipV="1">
            <a:off x="2310740" y="3889919"/>
            <a:ext cx="1159914" cy="525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0A02087-D3F3-1C9D-AE00-D585BEA149C6}"/>
              </a:ext>
            </a:extLst>
          </p:cNvPr>
          <p:cNvSpPr txBox="1"/>
          <p:nvPr/>
        </p:nvSpPr>
        <p:spPr>
          <a:xfrm>
            <a:off x="2586420" y="42669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06B5B85-3E85-4295-4B7C-CD28F5198797}"/>
              </a:ext>
            </a:extLst>
          </p:cNvPr>
          <p:cNvCxnSpPr>
            <a:cxnSpLocks/>
            <a:stCxn id="7" idx="4"/>
            <a:endCxn id="6" idx="6"/>
          </p:cNvCxnSpPr>
          <p:nvPr/>
        </p:nvCxnSpPr>
        <p:spPr>
          <a:xfrm flipH="1">
            <a:off x="3931573" y="3084998"/>
            <a:ext cx="1636987" cy="1521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F9658C0-3E13-DBA9-3CB3-EAEE9DC82D69}"/>
              </a:ext>
            </a:extLst>
          </p:cNvPr>
          <p:cNvSpPr txBox="1"/>
          <p:nvPr/>
        </p:nvSpPr>
        <p:spPr>
          <a:xfrm>
            <a:off x="5041721" y="34681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0425D13-ADC6-63D0-E483-E0A5C200F36D}"/>
              </a:ext>
            </a:extLst>
          </p:cNvPr>
          <p:cNvCxnSpPr>
            <a:cxnSpLocks/>
          </p:cNvCxnSpPr>
          <p:nvPr/>
        </p:nvCxnSpPr>
        <p:spPr>
          <a:xfrm flipH="1">
            <a:off x="3931573" y="4647697"/>
            <a:ext cx="1366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F4F469A-DEE2-9BB6-A619-5F089C776A24}"/>
              </a:ext>
            </a:extLst>
          </p:cNvPr>
          <p:cNvSpPr txBox="1"/>
          <p:nvPr/>
        </p:nvSpPr>
        <p:spPr>
          <a:xfrm>
            <a:off x="4500148" y="46476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6CE20F8-3B80-3F64-ED02-32D40E1BBD45}"/>
              </a:ext>
            </a:extLst>
          </p:cNvPr>
          <p:cNvCxnSpPr>
            <a:cxnSpLocks/>
            <a:stCxn id="3" idx="2"/>
            <a:endCxn id="8" idx="7"/>
          </p:cNvCxnSpPr>
          <p:nvPr/>
        </p:nvCxnSpPr>
        <p:spPr>
          <a:xfrm flipH="1">
            <a:off x="5759479" y="3782150"/>
            <a:ext cx="1935377" cy="633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C5DC98-7FBA-0538-200A-A5203A634B21}"/>
              </a:ext>
            </a:extLst>
          </p:cNvPr>
          <p:cNvSpPr txBox="1"/>
          <p:nvPr/>
        </p:nvSpPr>
        <p:spPr>
          <a:xfrm>
            <a:off x="6563154" y="363714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7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8EF6B02-4423-C569-7B35-47DC8CCA96F6}"/>
              </a:ext>
            </a:extLst>
          </p:cNvPr>
          <p:cNvSpPr/>
          <p:nvPr/>
        </p:nvSpPr>
        <p:spPr>
          <a:xfrm>
            <a:off x="899108" y="208245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801789B-980B-D2BC-2F74-8E001B12059E}"/>
                  </a:ext>
                </a:extLst>
              </p:cNvPr>
              <p:cNvSpPr txBox="1"/>
              <p:nvPr/>
            </p:nvSpPr>
            <p:spPr>
              <a:xfrm>
                <a:off x="1082189" y="2165285"/>
                <a:ext cx="2339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801789B-980B-D2BC-2F74-8E001B120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89" y="2165285"/>
                <a:ext cx="233910" cy="369332"/>
              </a:xfrm>
              <a:prstGeom prst="rect">
                <a:avLst/>
              </a:prstGeom>
              <a:blipFill>
                <a:blip r:embed="rId2"/>
                <a:stretch>
                  <a:fillRect l="-10526"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B377818F-C0DE-DD8A-5CE8-0B60A097AC65}"/>
              </a:ext>
            </a:extLst>
          </p:cNvPr>
          <p:cNvGrpSpPr/>
          <p:nvPr/>
        </p:nvGrpSpPr>
        <p:grpSpPr>
          <a:xfrm>
            <a:off x="5331417" y="735901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2A3CCDED-761B-C0CF-AE48-A3DE5C202948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9677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2A3CCDED-761B-C0CF-AE48-A3DE5C202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9677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9375" r="-3125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AC44B4F-B053-CFA3-75CB-2E3788C140D1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DD6DC-167D-D4C1-806B-2D38059838D2}"/>
              </a:ext>
            </a:extLst>
          </p:cNvPr>
          <p:cNvGrpSpPr/>
          <p:nvPr/>
        </p:nvGrpSpPr>
        <p:grpSpPr>
          <a:xfrm>
            <a:off x="5331417" y="1494357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CEDC056-6ADC-2AAE-2AE3-A6BA3AFE0851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40389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CEDC056-6ADC-2AAE-2AE3-A6BA3AFE0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40389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375" r="-6250" b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8519D4B-425D-1E5F-4445-0F1554BDAAF0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ACACE5-9C31-9845-BBDF-957D828FF459}"/>
              </a:ext>
            </a:extLst>
          </p:cNvPr>
          <p:cNvGrpSpPr/>
          <p:nvPr/>
        </p:nvGrpSpPr>
        <p:grpSpPr>
          <a:xfrm>
            <a:off x="5330153" y="2343607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8A037B1-84EE-6591-519C-C12313DE20BE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40389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8A037B1-84EE-6591-519C-C12313DE2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40389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061" r="-3030" b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2A5158F0-C4F1-068E-47E7-C98B11C0BE90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996067A-CF6E-1F7E-20AE-A39F1C89184E}"/>
              </a:ext>
            </a:extLst>
          </p:cNvPr>
          <p:cNvGrpSpPr/>
          <p:nvPr/>
        </p:nvGrpSpPr>
        <p:grpSpPr>
          <a:xfrm>
            <a:off x="5346196" y="3812731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8E4329E-375F-D2E1-437B-BC12FD7290E7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602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8E4329E-375F-D2E1-437B-BC12FD729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6029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0345" r="-3448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70E18816-F102-239F-14AC-38BF0409A6D4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539B183-0861-D5E7-C191-17BDA4A70358}"/>
              </a:ext>
            </a:extLst>
          </p:cNvPr>
          <p:cNvGrpSpPr/>
          <p:nvPr/>
        </p:nvGrpSpPr>
        <p:grpSpPr>
          <a:xfrm>
            <a:off x="5346196" y="5303811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EBD1FB8-DCE4-FA7E-3758-E88BD0B25793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4237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EBD1FB8-DCE4-FA7E-3758-E88BD0B25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423769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824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B78E60F-0B8F-F3D5-ADA9-3CC73C5D4810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743C13D-FCC6-6840-CD51-6652E554F915}"/>
              </a:ext>
            </a:extLst>
          </p:cNvPr>
          <p:cNvGrpSpPr/>
          <p:nvPr/>
        </p:nvGrpSpPr>
        <p:grpSpPr>
          <a:xfrm>
            <a:off x="10212892" y="2100066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0A8AC55-0BF7-2CCE-D72B-C6C364D7CFE0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zh-CN" altLang="en-US" sz="2400" b="0" dirty="0"/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0A8AC55-0BF7-2CCE-D72B-C6C364D7C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556" r="-33333"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F7D42DE-FEF9-8210-91A0-D3CCF4D01A90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17192226-12EA-7B23-53CB-449238DA057B}"/>
              </a:ext>
            </a:extLst>
          </p:cNvPr>
          <p:cNvSpPr txBox="1"/>
          <p:nvPr/>
        </p:nvSpPr>
        <p:spPr>
          <a:xfrm>
            <a:off x="5469205" y="3021482"/>
            <a:ext cx="351182" cy="569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89F7AD-4528-4161-DDFF-B245C23C4C87}"/>
              </a:ext>
            </a:extLst>
          </p:cNvPr>
          <p:cNvSpPr txBox="1"/>
          <p:nvPr/>
        </p:nvSpPr>
        <p:spPr>
          <a:xfrm>
            <a:off x="5448703" y="4525953"/>
            <a:ext cx="351182" cy="569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12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EFC75892-8756-35A1-1685-B4277002A5D8}"/>
              </a:ext>
            </a:extLst>
          </p:cNvPr>
          <p:cNvCxnSpPr>
            <a:cxnSpLocks/>
            <a:stCxn id="4" idx="6"/>
            <a:endCxn id="50" idx="2"/>
          </p:cNvCxnSpPr>
          <p:nvPr/>
        </p:nvCxnSpPr>
        <p:spPr>
          <a:xfrm flipV="1">
            <a:off x="1439108" y="1005901"/>
            <a:ext cx="3892309" cy="1346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4F25F8AC-2A8C-4B8C-1DE6-B141F9A5ADAF}"/>
              </a:ext>
            </a:extLst>
          </p:cNvPr>
          <p:cNvCxnSpPr>
            <a:cxnSpLocks/>
            <a:stCxn id="4" idx="6"/>
            <a:endCxn id="54" idx="2"/>
          </p:cNvCxnSpPr>
          <p:nvPr/>
        </p:nvCxnSpPr>
        <p:spPr>
          <a:xfrm flipV="1">
            <a:off x="1439108" y="1764357"/>
            <a:ext cx="3892309" cy="588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BD06CFFF-A2B8-16A3-AF59-D30E30690AB4}"/>
              </a:ext>
            </a:extLst>
          </p:cNvPr>
          <p:cNvCxnSpPr>
            <a:cxnSpLocks/>
            <a:stCxn id="4" idx="6"/>
            <a:endCxn id="57" idx="2"/>
          </p:cNvCxnSpPr>
          <p:nvPr/>
        </p:nvCxnSpPr>
        <p:spPr>
          <a:xfrm>
            <a:off x="1439108" y="2352450"/>
            <a:ext cx="3891045" cy="261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54744AC2-FED0-615E-1AF5-F677B4713193}"/>
              </a:ext>
            </a:extLst>
          </p:cNvPr>
          <p:cNvCxnSpPr>
            <a:cxnSpLocks/>
            <a:stCxn id="4" idx="6"/>
            <a:endCxn id="60" idx="2"/>
          </p:cNvCxnSpPr>
          <p:nvPr/>
        </p:nvCxnSpPr>
        <p:spPr>
          <a:xfrm>
            <a:off x="1439108" y="2352450"/>
            <a:ext cx="3907088" cy="173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13A4B935-E0D5-1D91-BE9E-762593B46D53}"/>
              </a:ext>
            </a:extLst>
          </p:cNvPr>
          <p:cNvCxnSpPr>
            <a:cxnSpLocks/>
            <a:stCxn id="4" idx="6"/>
            <a:endCxn id="63" idx="2"/>
          </p:cNvCxnSpPr>
          <p:nvPr/>
        </p:nvCxnSpPr>
        <p:spPr>
          <a:xfrm>
            <a:off x="1439108" y="2352450"/>
            <a:ext cx="3907088" cy="3221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73A4986D-7314-717E-F294-24E48FAD73C6}"/>
              </a:ext>
            </a:extLst>
          </p:cNvPr>
          <p:cNvCxnSpPr>
            <a:cxnSpLocks/>
            <a:stCxn id="50" idx="6"/>
            <a:endCxn id="66" idx="2"/>
          </p:cNvCxnSpPr>
          <p:nvPr/>
        </p:nvCxnSpPr>
        <p:spPr>
          <a:xfrm>
            <a:off x="5871417" y="1005901"/>
            <a:ext cx="4341475" cy="1364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61207EE1-BB6B-8D6A-78DB-2C74EBF298E1}"/>
              </a:ext>
            </a:extLst>
          </p:cNvPr>
          <p:cNvCxnSpPr>
            <a:cxnSpLocks/>
            <a:stCxn id="54" idx="6"/>
            <a:endCxn id="66" idx="2"/>
          </p:cNvCxnSpPr>
          <p:nvPr/>
        </p:nvCxnSpPr>
        <p:spPr>
          <a:xfrm>
            <a:off x="5871417" y="1764357"/>
            <a:ext cx="4341475" cy="605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727A19F9-BD64-7054-A95E-600877CAB4DC}"/>
              </a:ext>
            </a:extLst>
          </p:cNvPr>
          <p:cNvCxnSpPr>
            <a:cxnSpLocks/>
            <a:stCxn id="57" idx="6"/>
            <a:endCxn id="66" idx="2"/>
          </p:cNvCxnSpPr>
          <p:nvPr/>
        </p:nvCxnSpPr>
        <p:spPr>
          <a:xfrm flipV="1">
            <a:off x="5870153" y="2370066"/>
            <a:ext cx="4342739" cy="243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2B724546-7985-EDD5-9422-F737E04CD6B5}"/>
              </a:ext>
            </a:extLst>
          </p:cNvPr>
          <p:cNvCxnSpPr>
            <a:cxnSpLocks/>
            <a:stCxn id="60" idx="6"/>
            <a:endCxn id="66" idx="2"/>
          </p:cNvCxnSpPr>
          <p:nvPr/>
        </p:nvCxnSpPr>
        <p:spPr>
          <a:xfrm flipV="1">
            <a:off x="5886196" y="2370066"/>
            <a:ext cx="4326696" cy="171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44638C1D-FAD9-9DB6-1DAA-F3250633E13D}"/>
              </a:ext>
            </a:extLst>
          </p:cNvPr>
          <p:cNvCxnSpPr>
            <a:cxnSpLocks/>
            <a:stCxn id="62" idx="3"/>
            <a:endCxn id="66" idx="2"/>
          </p:cNvCxnSpPr>
          <p:nvPr/>
        </p:nvCxnSpPr>
        <p:spPr>
          <a:xfrm flipV="1">
            <a:off x="5862160" y="2370066"/>
            <a:ext cx="4350732" cy="318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B9BD2AD-FCB5-3D5B-B33E-B8B99B448FA1}"/>
                  </a:ext>
                </a:extLst>
              </p:cNvPr>
              <p:cNvSpPr txBox="1"/>
              <p:nvPr/>
            </p:nvSpPr>
            <p:spPr>
              <a:xfrm>
                <a:off x="7660212" y="2958687"/>
                <a:ext cx="8035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B9BD2AD-FCB5-3D5B-B33E-B8B99B448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12" y="2958687"/>
                <a:ext cx="803564" cy="369332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71E6F7B-31A5-5E85-04EC-D80A4B4EAF1A}"/>
                  </a:ext>
                </a:extLst>
              </p:cNvPr>
              <p:cNvSpPr txBox="1"/>
              <p:nvPr/>
            </p:nvSpPr>
            <p:spPr>
              <a:xfrm>
                <a:off x="2640292" y="1469534"/>
                <a:ext cx="9204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71E6F7B-31A5-5E85-04EC-D80A4B4EA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292" y="1469534"/>
                <a:ext cx="92046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077052F-F9D5-8FEC-6854-8074A258756C}"/>
                  </a:ext>
                </a:extLst>
              </p:cNvPr>
              <p:cNvSpPr txBox="1"/>
              <p:nvPr/>
            </p:nvSpPr>
            <p:spPr>
              <a:xfrm>
                <a:off x="2808902" y="1886363"/>
                <a:ext cx="5837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077052F-F9D5-8FEC-6854-8074A2587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902" y="1886363"/>
                <a:ext cx="58375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77818A6-0602-3F36-381C-9E4FB02B4C84}"/>
                  </a:ext>
                </a:extLst>
              </p:cNvPr>
              <p:cNvSpPr txBox="1"/>
              <p:nvPr/>
            </p:nvSpPr>
            <p:spPr>
              <a:xfrm>
                <a:off x="2623014" y="2188822"/>
                <a:ext cx="9204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77818A6-0602-3F36-381C-9E4FB02B4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014" y="2188822"/>
                <a:ext cx="92046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214DB7C-A932-5617-D39D-4DD673FC2BA7}"/>
                  </a:ext>
                </a:extLst>
              </p:cNvPr>
              <p:cNvSpPr txBox="1"/>
              <p:nvPr/>
            </p:nvSpPr>
            <p:spPr>
              <a:xfrm>
                <a:off x="2499637" y="2741479"/>
                <a:ext cx="9204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214DB7C-A932-5617-D39D-4DD673FC2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637" y="2741479"/>
                <a:ext cx="92046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F63C8B59-2B4B-12F1-1123-88A948EC7943}"/>
                  </a:ext>
                </a:extLst>
              </p:cNvPr>
              <p:cNvSpPr txBox="1"/>
              <p:nvPr/>
            </p:nvSpPr>
            <p:spPr>
              <a:xfrm>
                <a:off x="2472189" y="3255490"/>
                <a:ext cx="9204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F63C8B59-2B4B-12F1-1123-88A948EC7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189" y="3255490"/>
                <a:ext cx="92046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98D4D5F-A99C-ED6E-A622-3F63CB9879CC}"/>
                  </a:ext>
                </a:extLst>
              </p:cNvPr>
              <p:cNvSpPr txBox="1"/>
              <p:nvPr/>
            </p:nvSpPr>
            <p:spPr>
              <a:xfrm>
                <a:off x="7660212" y="3886424"/>
                <a:ext cx="8035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98D4D5F-A99C-ED6E-A622-3F63CB987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12" y="3886424"/>
                <a:ext cx="803564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D91AB4B-8872-809B-FCFE-3EFD235BD8E6}"/>
                  </a:ext>
                </a:extLst>
              </p:cNvPr>
              <p:cNvSpPr txBox="1"/>
              <p:nvPr/>
            </p:nvSpPr>
            <p:spPr>
              <a:xfrm>
                <a:off x="7803020" y="1376110"/>
                <a:ext cx="66577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D91AB4B-8872-809B-FCFE-3EFD235B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020" y="1376110"/>
                <a:ext cx="665777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F9392CB8-7E3A-041F-4B93-7CDC5E5CC37A}"/>
                  </a:ext>
                </a:extLst>
              </p:cNvPr>
              <p:cNvSpPr txBox="1"/>
              <p:nvPr/>
            </p:nvSpPr>
            <p:spPr>
              <a:xfrm>
                <a:off x="7722109" y="1890951"/>
                <a:ext cx="8035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F9392CB8-7E3A-041F-4B93-7CDC5E5CC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109" y="1890951"/>
                <a:ext cx="803564" cy="369332"/>
              </a:xfrm>
              <a:prstGeom prst="rect">
                <a:avLst/>
              </a:prstGeom>
              <a:blipFill>
                <a:blip r:embed="rId17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81B4F2C-F3C2-464F-D99C-84E9A8E39CED}"/>
                  </a:ext>
                </a:extLst>
              </p:cNvPr>
              <p:cNvSpPr txBox="1"/>
              <p:nvPr/>
            </p:nvSpPr>
            <p:spPr>
              <a:xfrm>
                <a:off x="7660212" y="2319287"/>
                <a:ext cx="8035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81B4F2C-F3C2-464F-D99C-84E9A8E39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12" y="2319287"/>
                <a:ext cx="803564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椭圆 114">
            <a:extLst>
              <a:ext uri="{FF2B5EF4-FFF2-40B4-BE49-F238E27FC236}">
                <a16:creationId xmlns:a16="http://schemas.microsoft.com/office/drawing/2014/main" id="{61AD1395-DFDF-62E1-5123-2E3405C32609}"/>
              </a:ext>
            </a:extLst>
          </p:cNvPr>
          <p:cNvSpPr/>
          <p:nvPr/>
        </p:nvSpPr>
        <p:spPr>
          <a:xfrm>
            <a:off x="2229637" y="4059836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D20CD67-EFD8-F442-817D-2161EC625760}"/>
                  </a:ext>
                </a:extLst>
              </p:cNvPr>
              <p:cNvSpPr txBox="1"/>
              <p:nvPr/>
            </p:nvSpPr>
            <p:spPr>
              <a:xfrm>
                <a:off x="2382682" y="4103605"/>
                <a:ext cx="2339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3D20CD67-EFD8-F442-817D-2161EC625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682" y="4103605"/>
                <a:ext cx="233910" cy="369332"/>
              </a:xfrm>
              <a:prstGeom prst="rect">
                <a:avLst/>
              </a:prstGeom>
              <a:blipFill>
                <a:blip r:embed="rId19"/>
                <a:stretch>
                  <a:fillRect l="-42105" r="-5789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ED93C90F-4D3D-38AF-9BCE-3CEDA5AC4346}"/>
              </a:ext>
            </a:extLst>
          </p:cNvPr>
          <p:cNvCxnSpPr>
            <a:cxnSpLocks/>
            <a:stCxn id="4" idx="6"/>
            <a:endCxn id="115" idx="1"/>
          </p:cNvCxnSpPr>
          <p:nvPr/>
        </p:nvCxnSpPr>
        <p:spPr>
          <a:xfrm>
            <a:off x="1439108" y="2352450"/>
            <a:ext cx="869610" cy="1786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200E41B6-E7F0-6AF2-A3A6-EC274DDEC905}"/>
              </a:ext>
            </a:extLst>
          </p:cNvPr>
          <p:cNvCxnSpPr>
            <a:cxnSpLocks/>
            <a:endCxn id="50" idx="2"/>
          </p:cNvCxnSpPr>
          <p:nvPr/>
        </p:nvCxnSpPr>
        <p:spPr>
          <a:xfrm flipV="1">
            <a:off x="2706810" y="1005901"/>
            <a:ext cx="2624607" cy="3133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2C7A2E22-E025-4E3F-B67C-34709CBD4210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2732487" y="1764357"/>
            <a:ext cx="2598930" cy="2383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056A9C1D-BB5C-75DC-7E53-8608BA8030DB}"/>
              </a:ext>
            </a:extLst>
          </p:cNvPr>
          <p:cNvCxnSpPr>
            <a:cxnSpLocks/>
            <a:stCxn id="115" idx="7"/>
            <a:endCxn id="57" idx="2"/>
          </p:cNvCxnSpPr>
          <p:nvPr/>
        </p:nvCxnSpPr>
        <p:spPr>
          <a:xfrm flipV="1">
            <a:off x="2690556" y="2613607"/>
            <a:ext cx="2639597" cy="152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2C5732C2-B372-4826-69C2-DE7402B04677}"/>
              </a:ext>
            </a:extLst>
          </p:cNvPr>
          <p:cNvCxnSpPr>
            <a:cxnSpLocks/>
            <a:stCxn id="115" idx="7"/>
            <a:endCxn id="60" idx="2"/>
          </p:cNvCxnSpPr>
          <p:nvPr/>
        </p:nvCxnSpPr>
        <p:spPr>
          <a:xfrm flipV="1">
            <a:off x="2690556" y="4082731"/>
            <a:ext cx="2655640" cy="5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B97140EE-7F8D-CEC2-BB06-890809B9211A}"/>
              </a:ext>
            </a:extLst>
          </p:cNvPr>
          <p:cNvCxnSpPr>
            <a:cxnSpLocks/>
            <a:stCxn id="115" idx="7"/>
            <a:endCxn id="63" idx="2"/>
          </p:cNvCxnSpPr>
          <p:nvPr/>
        </p:nvCxnSpPr>
        <p:spPr>
          <a:xfrm>
            <a:off x="2690556" y="4138917"/>
            <a:ext cx="2655640" cy="1434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DBEFE99-57FF-7AB0-85A5-906F5F0B5AF2}"/>
                  </a:ext>
                </a:extLst>
              </p:cNvPr>
              <p:cNvSpPr txBox="1"/>
              <p:nvPr/>
            </p:nvSpPr>
            <p:spPr>
              <a:xfrm>
                <a:off x="1470800" y="3346405"/>
                <a:ext cx="651171" cy="385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BDBEFE99-57FF-7AB0-85A5-906F5F0B5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800" y="3346405"/>
                <a:ext cx="651171" cy="385555"/>
              </a:xfrm>
              <a:prstGeom prst="rect">
                <a:avLst/>
              </a:prstGeom>
              <a:blipFill>
                <a:blip r:embed="rId20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62282504-6526-C016-FBDD-01BC96A2CE03}"/>
                  </a:ext>
                </a:extLst>
              </p:cNvPr>
              <p:cNvSpPr txBox="1"/>
              <p:nvPr/>
            </p:nvSpPr>
            <p:spPr>
              <a:xfrm>
                <a:off x="3951826" y="3871773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62282504-6526-C016-FBDD-01BC96A2C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826" y="3871773"/>
                <a:ext cx="749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BEBC0228-200A-5F4E-724E-13A31EBEBCB3}"/>
                  </a:ext>
                </a:extLst>
              </p:cNvPr>
              <p:cNvSpPr txBox="1"/>
              <p:nvPr/>
            </p:nvSpPr>
            <p:spPr>
              <a:xfrm>
                <a:off x="3898736" y="2000734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BEBC0228-200A-5F4E-724E-13A31EBEB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736" y="2000734"/>
                <a:ext cx="749084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A67F6E5-ECCC-B62F-B389-4848368957B3}"/>
                  </a:ext>
                </a:extLst>
              </p:cNvPr>
              <p:cNvSpPr txBox="1"/>
              <p:nvPr/>
            </p:nvSpPr>
            <p:spPr>
              <a:xfrm>
                <a:off x="3898736" y="4796170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A67F6E5-ECCC-B62F-B389-484836895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736" y="4796170"/>
                <a:ext cx="749084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98047466-546E-D8F9-E072-4A72E7BECF71}"/>
                  </a:ext>
                </a:extLst>
              </p:cNvPr>
              <p:cNvSpPr txBox="1"/>
              <p:nvPr/>
            </p:nvSpPr>
            <p:spPr>
              <a:xfrm>
                <a:off x="3932652" y="3022430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98047466-546E-D8F9-E072-4A72E7BEC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652" y="3022430"/>
                <a:ext cx="749084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4638473-9B2D-3E4A-FD29-07F6A7436F65}"/>
                  </a:ext>
                </a:extLst>
              </p:cNvPr>
              <p:cNvSpPr txBox="1"/>
              <p:nvPr/>
            </p:nvSpPr>
            <p:spPr>
              <a:xfrm>
                <a:off x="3925315" y="2547754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4638473-9B2D-3E4A-FD29-07F6A7436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315" y="2547754"/>
                <a:ext cx="749084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椭圆 151">
            <a:extLst>
              <a:ext uri="{FF2B5EF4-FFF2-40B4-BE49-F238E27FC236}">
                <a16:creationId xmlns:a16="http://schemas.microsoft.com/office/drawing/2014/main" id="{2745C05B-0671-C89A-47D0-8CADB2FF751D}"/>
              </a:ext>
            </a:extLst>
          </p:cNvPr>
          <p:cNvSpPr/>
          <p:nvPr/>
        </p:nvSpPr>
        <p:spPr>
          <a:xfrm>
            <a:off x="9068334" y="3980901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CE0441F8-EC3D-D4C0-33C9-C42F398ECCA7}"/>
                  </a:ext>
                </a:extLst>
              </p:cNvPr>
              <p:cNvSpPr txBox="1"/>
              <p:nvPr/>
            </p:nvSpPr>
            <p:spPr>
              <a:xfrm>
                <a:off x="9221379" y="4024670"/>
                <a:ext cx="2339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CE0441F8-EC3D-D4C0-33C9-C42F398EC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379" y="4024670"/>
                <a:ext cx="233910" cy="369332"/>
              </a:xfrm>
              <a:prstGeom prst="rect">
                <a:avLst/>
              </a:prstGeom>
              <a:blipFill>
                <a:blip r:embed="rId25"/>
                <a:stretch>
                  <a:fillRect l="-42105" r="-57895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A6A96137-897D-3DC6-BF25-873336CE974D}"/>
              </a:ext>
            </a:extLst>
          </p:cNvPr>
          <p:cNvCxnSpPr>
            <a:stCxn id="50" idx="6"/>
            <a:endCxn id="152" idx="1"/>
          </p:cNvCxnSpPr>
          <p:nvPr/>
        </p:nvCxnSpPr>
        <p:spPr>
          <a:xfrm>
            <a:off x="5871417" y="1005901"/>
            <a:ext cx="3275998" cy="3054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6" name="直线箭头连接符 155">
            <a:extLst>
              <a:ext uri="{FF2B5EF4-FFF2-40B4-BE49-F238E27FC236}">
                <a16:creationId xmlns:a16="http://schemas.microsoft.com/office/drawing/2014/main" id="{D6655BAD-CFC5-4EE8-4BD2-00C20741EF76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6023817" y="1158301"/>
            <a:ext cx="3123598" cy="2901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EA97F1E0-5573-BE55-DC95-BAEB9B08CA0B}"/>
              </a:ext>
            </a:extLst>
          </p:cNvPr>
          <p:cNvCxnSpPr>
            <a:cxnSpLocks/>
            <a:stCxn id="57" idx="6"/>
            <a:endCxn id="152" idx="1"/>
          </p:cNvCxnSpPr>
          <p:nvPr/>
        </p:nvCxnSpPr>
        <p:spPr>
          <a:xfrm>
            <a:off x="5870153" y="2613607"/>
            <a:ext cx="3277262" cy="1446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00C00F2C-EA94-2199-7640-379310D02246}"/>
              </a:ext>
            </a:extLst>
          </p:cNvPr>
          <p:cNvCxnSpPr>
            <a:cxnSpLocks/>
            <a:stCxn id="54" idx="6"/>
            <a:endCxn id="152" idx="1"/>
          </p:cNvCxnSpPr>
          <p:nvPr/>
        </p:nvCxnSpPr>
        <p:spPr>
          <a:xfrm>
            <a:off x="5871417" y="1764357"/>
            <a:ext cx="3275998" cy="2295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7651FCEA-1ED1-79D9-8FD2-05BF2397CD81}"/>
              </a:ext>
            </a:extLst>
          </p:cNvPr>
          <p:cNvCxnSpPr>
            <a:cxnSpLocks/>
            <a:stCxn id="60" idx="6"/>
            <a:endCxn id="152" idx="1"/>
          </p:cNvCxnSpPr>
          <p:nvPr/>
        </p:nvCxnSpPr>
        <p:spPr>
          <a:xfrm flipV="1">
            <a:off x="5886196" y="4059982"/>
            <a:ext cx="3261219" cy="22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1483A899-C8A5-EAA4-056D-F130AF5D402A}"/>
              </a:ext>
            </a:extLst>
          </p:cNvPr>
          <p:cNvCxnSpPr>
            <a:cxnSpLocks/>
            <a:stCxn id="63" idx="6"/>
            <a:endCxn id="152" idx="1"/>
          </p:cNvCxnSpPr>
          <p:nvPr/>
        </p:nvCxnSpPr>
        <p:spPr>
          <a:xfrm flipV="1">
            <a:off x="5886196" y="4059982"/>
            <a:ext cx="3261219" cy="151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2292E0C0-C437-609B-FCFD-07E6CD2E2607}"/>
              </a:ext>
            </a:extLst>
          </p:cNvPr>
          <p:cNvCxnSpPr>
            <a:cxnSpLocks/>
            <a:stCxn id="152" idx="7"/>
            <a:endCxn id="66" idx="2"/>
          </p:cNvCxnSpPr>
          <p:nvPr/>
        </p:nvCxnSpPr>
        <p:spPr>
          <a:xfrm flipV="1">
            <a:off x="9529253" y="2370066"/>
            <a:ext cx="683639" cy="1689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E257DDDB-5891-1269-A986-A1660CDCD9B2}"/>
                  </a:ext>
                </a:extLst>
              </p:cNvPr>
              <p:cNvSpPr txBox="1"/>
              <p:nvPr/>
            </p:nvSpPr>
            <p:spPr>
              <a:xfrm>
                <a:off x="9804849" y="3265892"/>
                <a:ext cx="651171" cy="385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E257DDDB-5891-1269-A986-A1660CDC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849" y="3265892"/>
                <a:ext cx="651171" cy="385555"/>
              </a:xfrm>
              <a:prstGeom prst="rect">
                <a:avLst/>
              </a:prstGeom>
              <a:blipFill>
                <a:blip r:embed="rId2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C230D8BD-6AB5-1A58-9331-2A0E424E778A}"/>
                  </a:ext>
                </a:extLst>
              </p:cNvPr>
              <p:cNvSpPr txBox="1"/>
              <p:nvPr/>
            </p:nvSpPr>
            <p:spPr>
              <a:xfrm>
                <a:off x="6224577" y="2098595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C230D8BD-6AB5-1A58-9331-2A0E424E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577" y="2098595"/>
                <a:ext cx="749084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6F5019B4-737E-2F05-71BD-8A00CAD56E29}"/>
                  </a:ext>
                </a:extLst>
              </p:cNvPr>
              <p:cNvSpPr txBox="1"/>
              <p:nvPr/>
            </p:nvSpPr>
            <p:spPr>
              <a:xfrm>
                <a:off x="6208157" y="2763179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6F5019B4-737E-2F05-71BD-8A00CAD56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157" y="2763179"/>
                <a:ext cx="749084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9C6BBBB-46E4-4E65-E631-23D41ACF83F6}"/>
                  </a:ext>
                </a:extLst>
              </p:cNvPr>
              <p:cNvSpPr txBox="1"/>
              <p:nvPr/>
            </p:nvSpPr>
            <p:spPr>
              <a:xfrm>
                <a:off x="6207059" y="3901775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99C6BBBB-46E4-4E65-E631-23D41ACF8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059" y="3901775"/>
                <a:ext cx="749084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3AA1D150-29E1-7C9E-0A59-C6CF5EDDF989}"/>
                  </a:ext>
                </a:extLst>
              </p:cNvPr>
              <p:cNvSpPr txBox="1"/>
              <p:nvPr/>
            </p:nvSpPr>
            <p:spPr>
              <a:xfrm>
                <a:off x="6239356" y="5054657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3AA1D150-29E1-7C9E-0A59-C6CF5EDD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356" y="5054657"/>
                <a:ext cx="749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D0D255BE-C02F-979A-1D41-B5906FEE3BCB}"/>
                  </a:ext>
                </a:extLst>
              </p:cNvPr>
              <p:cNvSpPr txBox="1"/>
              <p:nvPr/>
            </p:nvSpPr>
            <p:spPr>
              <a:xfrm>
                <a:off x="6224577" y="1434011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D0D255BE-C02F-979A-1D41-B5906FEE3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577" y="1434011"/>
                <a:ext cx="74908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74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25D00-4EFB-6ECA-57F6-4660B142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3D84607-CE26-694C-EC2E-109EAC57DA66}"/>
              </a:ext>
            </a:extLst>
          </p:cNvPr>
          <p:cNvSpPr/>
          <p:nvPr/>
        </p:nvSpPr>
        <p:spPr>
          <a:xfrm>
            <a:off x="1284874" y="2082450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6703BDD-1D66-CBE2-0D3C-1E4A7E3AC94C}"/>
                  </a:ext>
                </a:extLst>
              </p:cNvPr>
              <p:cNvSpPr txBox="1"/>
              <p:nvPr/>
            </p:nvSpPr>
            <p:spPr>
              <a:xfrm>
                <a:off x="1467955" y="2165285"/>
                <a:ext cx="2339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6703BDD-1D66-CBE2-0D3C-1E4A7E3A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955" y="2165285"/>
                <a:ext cx="233910" cy="369332"/>
              </a:xfrm>
              <a:prstGeom prst="rect">
                <a:avLst/>
              </a:prstGeom>
              <a:blipFill>
                <a:blip r:embed="rId2"/>
                <a:stretch>
                  <a:fillRect l="-10526" r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CFB081E2-8BC6-B8E3-82C1-FF60B65D6436}"/>
              </a:ext>
            </a:extLst>
          </p:cNvPr>
          <p:cNvGrpSpPr/>
          <p:nvPr/>
        </p:nvGrpSpPr>
        <p:grpSpPr>
          <a:xfrm>
            <a:off x="5331417" y="735901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37736DD0-7B0C-56AF-DFC5-E01D86D18DC4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9677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2A3CCDED-761B-C0CF-AE48-A3DE5C202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9677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9375" r="-3125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5968C03-69C3-8CDB-C7B4-64C928A4E196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002FE8F-26D0-1CA8-E543-1274B81FD65B}"/>
              </a:ext>
            </a:extLst>
          </p:cNvPr>
          <p:cNvGrpSpPr/>
          <p:nvPr/>
        </p:nvGrpSpPr>
        <p:grpSpPr>
          <a:xfrm>
            <a:off x="5346196" y="2235066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2603225-9E3B-A294-CDF9-FC13C6B7577A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40389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CEDC056-6ADC-2AAE-2AE3-A6BA3AFE0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40389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375" r="-6250" b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339EB0C-C3CB-A08E-3F7E-9BA76DE428A7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D9002F1-2389-2A62-166E-B6A2465913C4}"/>
              </a:ext>
            </a:extLst>
          </p:cNvPr>
          <p:cNvGrpSpPr/>
          <p:nvPr/>
        </p:nvGrpSpPr>
        <p:grpSpPr>
          <a:xfrm>
            <a:off x="5346196" y="3812731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CC312CB-10E1-72E5-FF73-28C1C2C9FE4B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602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8E4329E-375F-D2E1-437B-BC12FD729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6029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0345" r="-3448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E9BA5DFE-C9AA-2788-3AB1-266852061D7B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EAD10FB-71F6-71DB-220B-8E254CC2A50A}"/>
              </a:ext>
            </a:extLst>
          </p:cNvPr>
          <p:cNvGrpSpPr/>
          <p:nvPr/>
        </p:nvGrpSpPr>
        <p:grpSpPr>
          <a:xfrm>
            <a:off x="8652196" y="1744459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8AB33652-959C-B993-B86A-F386F750D142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zh-CN" altLang="en-US" sz="2400" b="0" dirty="0"/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0A8AC55-0BF7-2CCE-D72B-C6C364D7C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556" r="-33333"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7B5291DD-D2F1-3034-7633-038C39B6ADC6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ADC17CA1-6CFD-5727-3AF7-B1FE1A108927}"/>
              </a:ext>
            </a:extLst>
          </p:cNvPr>
          <p:cNvCxnSpPr>
            <a:cxnSpLocks/>
            <a:stCxn id="4" idx="6"/>
            <a:endCxn id="50" idx="2"/>
          </p:cNvCxnSpPr>
          <p:nvPr/>
        </p:nvCxnSpPr>
        <p:spPr>
          <a:xfrm flipV="1">
            <a:off x="1824874" y="1005901"/>
            <a:ext cx="3506543" cy="1346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C2A23A9F-93B1-153C-B2A2-AAD89F008E7D}"/>
              </a:ext>
            </a:extLst>
          </p:cNvPr>
          <p:cNvCxnSpPr>
            <a:cxnSpLocks/>
            <a:stCxn id="4" idx="6"/>
            <a:endCxn id="54" idx="2"/>
          </p:cNvCxnSpPr>
          <p:nvPr/>
        </p:nvCxnSpPr>
        <p:spPr>
          <a:xfrm>
            <a:off x="1824874" y="2352450"/>
            <a:ext cx="3521322" cy="152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EE1AC11C-7CAB-8F44-7987-33BB0FB5C933}"/>
              </a:ext>
            </a:extLst>
          </p:cNvPr>
          <p:cNvCxnSpPr>
            <a:cxnSpLocks/>
            <a:stCxn id="4" idx="6"/>
            <a:endCxn id="60" idx="2"/>
          </p:cNvCxnSpPr>
          <p:nvPr/>
        </p:nvCxnSpPr>
        <p:spPr>
          <a:xfrm>
            <a:off x="1824874" y="2352450"/>
            <a:ext cx="3521322" cy="1730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868A3CB8-CA4E-0835-BED9-4791EFC8D057}"/>
              </a:ext>
            </a:extLst>
          </p:cNvPr>
          <p:cNvCxnSpPr>
            <a:cxnSpLocks/>
            <a:stCxn id="50" idx="6"/>
            <a:endCxn id="66" idx="2"/>
          </p:cNvCxnSpPr>
          <p:nvPr/>
        </p:nvCxnSpPr>
        <p:spPr>
          <a:xfrm>
            <a:off x="5871417" y="1005901"/>
            <a:ext cx="2780779" cy="1008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C2931F18-D164-4AF3-88B8-BDCA83626AA0}"/>
              </a:ext>
            </a:extLst>
          </p:cNvPr>
          <p:cNvCxnSpPr>
            <a:cxnSpLocks/>
            <a:stCxn id="54" idx="6"/>
            <a:endCxn id="66" idx="2"/>
          </p:cNvCxnSpPr>
          <p:nvPr/>
        </p:nvCxnSpPr>
        <p:spPr>
          <a:xfrm flipV="1">
            <a:off x="5886196" y="2014459"/>
            <a:ext cx="2766000" cy="490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DAF55C64-ACFB-3403-7253-4E6D2116408F}"/>
              </a:ext>
            </a:extLst>
          </p:cNvPr>
          <p:cNvCxnSpPr>
            <a:cxnSpLocks/>
            <a:stCxn id="60" idx="6"/>
            <a:endCxn id="66" idx="2"/>
          </p:cNvCxnSpPr>
          <p:nvPr/>
        </p:nvCxnSpPr>
        <p:spPr>
          <a:xfrm flipV="1">
            <a:off x="5886196" y="2014459"/>
            <a:ext cx="2766000" cy="2068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24FCA617-DA9F-E56D-AAD5-9B9D6D6BC606}"/>
              </a:ext>
            </a:extLst>
          </p:cNvPr>
          <p:cNvSpPr/>
          <p:nvPr/>
        </p:nvSpPr>
        <p:spPr>
          <a:xfrm>
            <a:off x="2613823" y="3812731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25EA73F-B746-99EF-F26D-5D3C96685CA3}"/>
                  </a:ext>
                </a:extLst>
              </p:cNvPr>
              <p:cNvSpPr txBox="1"/>
              <p:nvPr/>
            </p:nvSpPr>
            <p:spPr>
              <a:xfrm>
                <a:off x="2766868" y="3856500"/>
                <a:ext cx="2339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25EA73F-B746-99EF-F26D-5D3C96685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868" y="3856500"/>
                <a:ext cx="233910" cy="369332"/>
              </a:xfrm>
              <a:prstGeom prst="rect">
                <a:avLst/>
              </a:prstGeom>
              <a:blipFill>
                <a:blip r:embed="rId9"/>
                <a:stretch>
                  <a:fillRect l="-40000" r="-55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C4A1E143-44F4-5B3B-19EE-BFEA357D5B29}"/>
              </a:ext>
            </a:extLst>
          </p:cNvPr>
          <p:cNvCxnSpPr>
            <a:cxnSpLocks/>
            <a:stCxn id="4" idx="6"/>
            <a:endCxn id="115" idx="1"/>
          </p:cNvCxnSpPr>
          <p:nvPr/>
        </p:nvCxnSpPr>
        <p:spPr>
          <a:xfrm>
            <a:off x="1824874" y="2352450"/>
            <a:ext cx="868030" cy="1539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13DE3AF6-1365-3292-8764-DB64A2C9E2A7}"/>
              </a:ext>
            </a:extLst>
          </p:cNvPr>
          <p:cNvCxnSpPr>
            <a:cxnSpLocks/>
            <a:stCxn id="115" idx="6"/>
            <a:endCxn id="50" idx="2"/>
          </p:cNvCxnSpPr>
          <p:nvPr/>
        </p:nvCxnSpPr>
        <p:spPr>
          <a:xfrm flipV="1">
            <a:off x="3153823" y="1005901"/>
            <a:ext cx="2177594" cy="3076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9723ECBF-274A-4B8A-7247-2F2BE7F4324B}"/>
              </a:ext>
            </a:extLst>
          </p:cNvPr>
          <p:cNvCxnSpPr>
            <a:cxnSpLocks/>
            <a:stCxn id="115" idx="6"/>
            <a:endCxn id="54" idx="2"/>
          </p:cNvCxnSpPr>
          <p:nvPr/>
        </p:nvCxnSpPr>
        <p:spPr>
          <a:xfrm flipV="1">
            <a:off x="3153823" y="2505066"/>
            <a:ext cx="2192373" cy="1577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E69BDDF6-E487-634E-69EB-8DF01AAD789E}"/>
                  </a:ext>
                </a:extLst>
              </p:cNvPr>
              <p:cNvSpPr txBox="1"/>
              <p:nvPr/>
            </p:nvSpPr>
            <p:spPr>
              <a:xfrm>
                <a:off x="1824874" y="3059667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E69BDDF6-E487-634E-69EB-8DF01AAD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874" y="3059667"/>
                <a:ext cx="651171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840D0C32-B6F5-DCA3-25AA-558058BD13B8}"/>
                  </a:ext>
                </a:extLst>
              </p:cNvPr>
              <p:cNvSpPr txBox="1"/>
              <p:nvPr/>
            </p:nvSpPr>
            <p:spPr>
              <a:xfrm>
                <a:off x="4283204" y="1829793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840D0C32-B6F5-DCA3-25AA-558058BD1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204" y="1829793"/>
                <a:ext cx="7490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D50C90B-C694-0C61-CEFA-718E2C8EA007}"/>
                  </a:ext>
                </a:extLst>
              </p:cNvPr>
              <p:cNvSpPr txBox="1"/>
              <p:nvPr/>
            </p:nvSpPr>
            <p:spPr>
              <a:xfrm>
                <a:off x="4268668" y="2863929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4D50C90B-C694-0C61-CEFA-718E2C8EA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68" y="2863929"/>
                <a:ext cx="74908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椭圆 151">
            <a:extLst>
              <a:ext uri="{FF2B5EF4-FFF2-40B4-BE49-F238E27FC236}">
                <a16:creationId xmlns:a16="http://schemas.microsoft.com/office/drawing/2014/main" id="{F6B1DF26-8B74-61D8-7A32-AB5E1771D920}"/>
              </a:ext>
            </a:extLst>
          </p:cNvPr>
          <p:cNvSpPr/>
          <p:nvPr/>
        </p:nvSpPr>
        <p:spPr>
          <a:xfrm>
            <a:off x="7768160" y="3980901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1A9AF7B5-8516-60FB-B83F-1D4DEFCF2D13}"/>
                  </a:ext>
                </a:extLst>
              </p:cNvPr>
              <p:cNvSpPr txBox="1"/>
              <p:nvPr/>
            </p:nvSpPr>
            <p:spPr>
              <a:xfrm>
                <a:off x="7921205" y="4024670"/>
                <a:ext cx="2339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1A9AF7B5-8516-60FB-B83F-1D4DEFCF2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05" y="4024670"/>
                <a:ext cx="233910" cy="369332"/>
              </a:xfrm>
              <a:prstGeom prst="rect">
                <a:avLst/>
              </a:prstGeom>
              <a:blipFill>
                <a:blip r:embed="rId13"/>
                <a:stretch>
                  <a:fillRect l="-40000" r="-50000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21694E67-E9DD-ED0E-5117-8E527A83779F}"/>
              </a:ext>
            </a:extLst>
          </p:cNvPr>
          <p:cNvCxnSpPr>
            <a:stCxn id="50" idx="6"/>
            <a:endCxn id="152" idx="1"/>
          </p:cNvCxnSpPr>
          <p:nvPr/>
        </p:nvCxnSpPr>
        <p:spPr>
          <a:xfrm>
            <a:off x="5871417" y="1005901"/>
            <a:ext cx="1975824" cy="3054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8D28894E-6DAD-79E5-AE11-7C5679FEA25E}"/>
              </a:ext>
            </a:extLst>
          </p:cNvPr>
          <p:cNvCxnSpPr>
            <a:cxnSpLocks/>
            <a:stCxn id="54" idx="6"/>
            <a:endCxn id="152" idx="1"/>
          </p:cNvCxnSpPr>
          <p:nvPr/>
        </p:nvCxnSpPr>
        <p:spPr>
          <a:xfrm>
            <a:off x="5886196" y="2505066"/>
            <a:ext cx="1961045" cy="1554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2BD96446-C9DE-8CCD-C87C-6772FDB0D06C}"/>
              </a:ext>
            </a:extLst>
          </p:cNvPr>
          <p:cNvCxnSpPr>
            <a:cxnSpLocks/>
            <a:stCxn id="152" idx="7"/>
            <a:endCxn id="66" idx="2"/>
          </p:cNvCxnSpPr>
          <p:nvPr/>
        </p:nvCxnSpPr>
        <p:spPr>
          <a:xfrm flipV="1">
            <a:off x="8229079" y="2014459"/>
            <a:ext cx="423117" cy="204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905A5EFC-B0B6-49A2-1195-71358EA75D89}"/>
                  </a:ext>
                </a:extLst>
              </p:cNvPr>
              <p:cNvSpPr txBox="1"/>
              <p:nvPr/>
            </p:nvSpPr>
            <p:spPr>
              <a:xfrm>
                <a:off x="6967444" y="3540108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905A5EFC-B0B6-49A2-1195-71358EA75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44" y="3540108"/>
                <a:ext cx="74908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2D824C6-AD6B-4350-3EF1-30144D27878D}"/>
                  </a:ext>
                </a:extLst>
              </p:cNvPr>
              <p:cNvSpPr txBox="1"/>
              <p:nvPr/>
            </p:nvSpPr>
            <p:spPr>
              <a:xfrm>
                <a:off x="7071986" y="3178111"/>
                <a:ext cx="7490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2D824C6-AD6B-4350-3EF1-30144D278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986" y="3178111"/>
                <a:ext cx="74908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E7673E-571A-61A3-ABC1-757C015CDC5A}"/>
                  </a:ext>
                </a:extLst>
              </p:cNvPr>
              <p:cNvSpPr txBox="1"/>
              <p:nvPr/>
            </p:nvSpPr>
            <p:spPr>
              <a:xfrm>
                <a:off x="3229925" y="1469009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2E7673E-571A-61A3-ABC1-757C015CD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925" y="1469009"/>
                <a:ext cx="651171" cy="369332"/>
              </a:xfrm>
              <a:prstGeom prst="rect">
                <a:avLst/>
              </a:prstGeom>
              <a:blipFill>
                <a:blip r:embed="rId1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EB8CF3-C2A7-67DF-96B5-EB1958DA3F6F}"/>
                  </a:ext>
                </a:extLst>
              </p:cNvPr>
              <p:cNvSpPr txBox="1"/>
              <p:nvPr/>
            </p:nvSpPr>
            <p:spPr>
              <a:xfrm>
                <a:off x="3038808" y="2185400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DEB8CF3-C2A7-67DF-96B5-EB1958DA3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808" y="2185400"/>
                <a:ext cx="651171" cy="369332"/>
              </a:xfrm>
              <a:prstGeom prst="rect">
                <a:avLst/>
              </a:prstGeom>
              <a:blipFill>
                <a:blip r:embed="rId1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838A4C-0BD4-EB4C-C3D4-E8EE9591A5E4}"/>
                  </a:ext>
                </a:extLst>
              </p:cNvPr>
              <p:cNvSpPr txBox="1"/>
              <p:nvPr/>
            </p:nvSpPr>
            <p:spPr>
              <a:xfrm>
                <a:off x="3016045" y="2908612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838A4C-0BD4-EB4C-C3D4-E8EE9591A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045" y="2908612"/>
                <a:ext cx="651171" cy="369332"/>
              </a:xfrm>
              <a:prstGeom prst="rect">
                <a:avLst/>
              </a:prstGeom>
              <a:blipFill>
                <a:blip r:embed="rId1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80A628-4D3B-B89F-623F-52B17A49CE81}"/>
                  </a:ext>
                </a:extLst>
              </p:cNvPr>
              <p:cNvSpPr txBox="1"/>
              <p:nvPr/>
            </p:nvSpPr>
            <p:spPr>
              <a:xfrm>
                <a:off x="8078845" y="2974231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80A628-4D3B-B89F-623F-52B17A49C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845" y="2974231"/>
                <a:ext cx="651171" cy="369332"/>
              </a:xfrm>
              <a:prstGeom prst="rect">
                <a:avLst/>
              </a:prstGeom>
              <a:blipFill>
                <a:blip r:embed="rId1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DE33225-DC8A-5476-AC5F-0B4CBC21FD3B}"/>
                  </a:ext>
                </a:extLst>
              </p:cNvPr>
              <p:cNvSpPr txBox="1"/>
              <p:nvPr/>
            </p:nvSpPr>
            <p:spPr>
              <a:xfrm>
                <a:off x="6569391" y="1092397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DE33225-DC8A-5476-AC5F-0B4CBC21F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391" y="1092397"/>
                <a:ext cx="651171" cy="369332"/>
              </a:xfrm>
              <a:prstGeom prst="rect">
                <a:avLst/>
              </a:prstGeom>
              <a:blipFill>
                <a:blip r:embed="rId1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39FDE46-4818-4F78-5D2A-91214B259B5E}"/>
                  </a:ext>
                </a:extLst>
              </p:cNvPr>
              <p:cNvSpPr txBox="1"/>
              <p:nvPr/>
            </p:nvSpPr>
            <p:spPr>
              <a:xfrm>
                <a:off x="6135145" y="3443399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39FDE46-4818-4F78-5D2A-91214B259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145" y="3443399"/>
                <a:ext cx="651171" cy="369332"/>
              </a:xfrm>
              <a:prstGeom prst="rect">
                <a:avLst/>
              </a:prstGeom>
              <a:blipFill>
                <a:blip r:embed="rId20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F1EBD6A-E686-4007-733A-CBC9ADD1E8EB}"/>
                  </a:ext>
                </a:extLst>
              </p:cNvPr>
              <p:cNvSpPr txBox="1"/>
              <p:nvPr/>
            </p:nvSpPr>
            <p:spPr>
              <a:xfrm>
                <a:off x="6936221" y="2000734"/>
                <a:ext cx="6511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F1EBD6A-E686-4007-733A-CBC9ADD1E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221" y="2000734"/>
                <a:ext cx="651171" cy="369332"/>
              </a:xfrm>
              <a:prstGeom prst="rect">
                <a:avLst/>
              </a:prstGeom>
              <a:blipFill>
                <a:blip r:embed="rId2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56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B7BE-CFBF-19C5-4D60-90CC384A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CFF6D44-983F-7B85-1F0C-BB8ECAAFDE6A}"/>
              </a:ext>
            </a:extLst>
          </p:cNvPr>
          <p:cNvSpPr/>
          <p:nvPr/>
        </p:nvSpPr>
        <p:spPr>
          <a:xfrm>
            <a:off x="941971" y="209673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E0B37A6-7D59-0F0A-DEFE-5ECA15C3D2FA}"/>
                  </a:ext>
                </a:extLst>
              </p:cNvPr>
              <p:cNvSpPr txBox="1"/>
              <p:nvPr/>
            </p:nvSpPr>
            <p:spPr>
              <a:xfrm>
                <a:off x="1125052" y="2179573"/>
                <a:ext cx="2339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E0B37A6-7D59-0F0A-DEFE-5ECA15C3D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052" y="2179573"/>
                <a:ext cx="233910" cy="369332"/>
              </a:xfrm>
              <a:prstGeom prst="rect">
                <a:avLst/>
              </a:prstGeom>
              <a:blipFill>
                <a:blip r:embed="rId2"/>
                <a:stretch>
                  <a:fillRect l="-10000" r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4532BC20-504A-D716-44F9-A0897FDA7978}"/>
              </a:ext>
            </a:extLst>
          </p:cNvPr>
          <p:cNvGrpSpPr/>
          <p:nvPr/>
        </p:nvGrpSpPr>
        <p:grpSpPr>
          <a:xfrm>
            <a:off x="3886555" y="1860590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3BD499F-FE98-97E0-D7A2-B24758394EDE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5349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3BD499F-FE98-97E0-D7A2-B24758394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5349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897" r="-3448" b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BE6FD13-D819-4AD3-CD2B-764171F743BB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184FA28-1906-3BAB-B265-9E4DFA06CBE0}"/>
              </a:ext>
            </a:extLst>
          </p:cNvPr>
          <p:cNvGrpSpPr/>
          <p:nvPr/>
        </p:nvGrpSpPr>
        <p:grpSpPr>
          <a:xfrm>
            <a:off x="3886555" y="2619046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911773D-1899-C911-D558-000D0A782F1C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6272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911773D-1899-C911-D558-000D0A782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6272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6897" r="-689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511D2E6D-0FC6-3192-BD95-F55B918C8C74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B3992E5-36B6-C083-42DC-92C21D699670}"/>
              </a:ext>
            </a:extLst>
          </p:cNvPr>
          <p:cNvGrpSpPr/>
          <p:nvPr/>
        </p:nvGrpSpPr>
        <p:grpSpPr>
          <a:xfrm>
            <a:off x="3885291" y="3468296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8327248-A299-06B8-D794-2CD6500D3C38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6272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8327248-A299-06B8-D794-2CD6500D3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6272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333" r="-6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CCD672A-A707-C082-F226-6F2831008E87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2FC165D-FED3-63AB-0E19-6D416A7CA827}"/>
              </a:ext>
            </a:extLst>
          </p:cNvPr>
          <p:cNvGrpSpPr/>
          <p:nvPr/>
        </p:nvGrpSpPr>
        <p:grpSpPr>
          <a:xfrm>
            <a:off x="6982167" y="2303129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98DAB682-C1DF-2C6A-9179-EE10EA0C4D53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kumimoji="1" lang="zh-CN" altLang="en-US" sz="2400" b="0" dirty="0"/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0A8AC55-0BF7-2CCE-D72B-C6C364D7C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2142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556" r="-33333"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74A013F-8D2B-AA72-7025-66BD61D32AD5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87C1B69B-B640-80A9-EAD2-186A2203DBC3}"/>
              </a:ext>
            </a:extLst>
          </p:cNvPr>
          <p:cNvCxnSpPr>
            <a:cxnSpLocks/>
            <a:stCxn id="54" idx="6"/>
            <a:endCxn id="66" idx="2"/>
          </p:cNvCxnSpPr>
          <p:nvPr/>
        </p:nvCxnSpPr>
        <p:spPr>
          <a:xfrm flipV="1">
            <a:off x="4426555" y="2573129"/>
            <a:ext cx="2555612" cy="315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20E4F340-97CB-74F4-C019-1754F4E7A956}"/>
              </a:ext>
            </a:extLst>
          </p:cNvPr>
          <p:cNvCxnSpPr>
            <a:cxnSpLocks/>
            <a:stCxn id="57" idx="6"/>
            <a:endCxn id="66" idx="2"/>
          </p:cNvCxnSpPr>
          <p:nvPr/>
        </p:nvCxnSpPr>
        <p:spPr>
          <a:xfrm flipV="1">
            <a:off x="4425291" y="2573129"/>
            <a:ext cx="2556876" cy="1165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B20C09BF-26CD-F9F4-506D-D3237DA76A93}"/>
                  </a:ext>
                </a:extLst>
              </p:cNvPr>
              <p:cNvSpPr txBox="1"/>
              <p:nvPr/>
            </p:nvSpPr>
            <p:spPr>
              <a:xfrm>
                <a:off x="9427801" y="788969"/>
                <a:ext cx="66577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B20C09BF-26CD-F9F4-506D-D3237DA76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801" y="788969"/>
                <a:ext cx="665777" cy="369332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305BF45D-53BF-F5C2-B5D6-4665818A1698}"/>
              </a:ext>
            </a:extLst>
          </p:cNvPr>
          <p:cNvCxnSpPr>
            <a:cxnSpLocks/>
            <a:stCxn id="4" idx="6"/>
            <a:endCxn id="50" idx="2"/>
          </p:cNvCxnSpPr>
          <p:nvPr/>
        </p:nvCxnSpPr>
        <p:spPr>
          <a:xfrm flipV="1">
            <a:off x="1481971" y="2130590"/>
            <a:ext cx="2404584" cy="236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2690F81-A0D5-5641-723A-445D56294092}"/>
              </a:ext>
            </a:extLst>
          </p:cNvPr>
          <p:cNvSpPr txBox="1"/>
          <p:nvPr/>
        </p:nvSpPr>
        <p:spPr>
          <a:xfrm>
            <a:off x="2193340" y="22629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206EA-A41E-F1F0-E17A-78EDA8FA902A}"/>
              </a:ext>
            </a:extLst>
          </p:cNvPr>
          <p:cNvSpPr txBox="1"/>
          <p:nvPr/>
        </p:nvSpPr>
        <p:spPr>
          <a:xfrm>
            <a:off x="5547276" y="30618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025BC3-5EEE-1EB8-92DE-A760DB214330}"/>
              </a:ext>
            </a:extLst>
          </p:cNvPr>
          <p:cNvSpPr txBox="1"/>
          <p:nvPr/>
        </p:nvSpPr>
        <p:spPr>
          <a:xfrm>
            <a:off x="5390823" y="23766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AFCD2DA-E3AD-C9A8-D4A4-12D52FED8B94}"/>
              </a:ext>
            </a:extLst>
          </p:cNvPr>
          <p:cNvGrpSpPr/>
          <p:nvPr/>
        </p:nvGrpSpPr>
        <p:grpSpPr>
          <a:xfrm>
            <a:off x="2642111" y="703635"/>
            <a:ext cx="540000" cy="540000"/>
            <a:chOff x="6909344" y="1860971"/>
            <a:chExt cx="540000" cy="54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6DE405-449D-1E03-1E08-55DC7EF06D0C}"/>
                    </a:ext>
                  </a:extLst>
                </p:cNvPr>
                <p:cNvSpPr txBox="1"/>
                <p:nvPr/>
              </p:nvSpPr>
              <p:spPr>
                <a:xfrm>
                  <a:off x="7001539" y="1929809"/>
                  <a:ext cx="3974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6DE405-449D-1E03-1E08-55DC7EF06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539" y="1929809"/>
                  <a:ext cx="39748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625" r="-3125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F463D43-9D6F-F825-FBE2-12C71ADF5F2A}"/>
                </a:ext>
              </a:extLst>
            </p:cNvPr>
            <p:cNvSpPr/>
            <p:nvPr/>
          </p:nvSpPr>
          <p:spPr>
            <a:xfrm>
              <a:off x="6909344" y="1860971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2DB5A59-F440-6E2C-9F68-8F9F66BF1189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 flipV="1">
            <a:off x="1481971" y="973635"/>
            <a:ext cx="1160140" cy="1393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3C84972-7158-2302-2EF4-2C6A5BF70C27}"/>
              </a:ext>
            </a:extLst>
          </p:cNvPr>
          <p:cNvSpPr txBox="1"/>
          <p:nvPr/>
        </p:nvSpPr>
        <p:spPr>
          <a:xfrm>
            <a:off x="1821972" y="12505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845C10-B73B-08E0-CA8A-635E843ECEAF}"/>
              </a:ext>
            </a:extLst>
          </p:cNvPr>
          <p:cNvSpPr txBox="1"/>
          <p:nvPr/>
        </p:nvSpPr>
        <p:spPr>
          <a:xfrm>
            <a:off x="4818093" y="126106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8ECD8A2-D10E-D1DD-DD56-C5B392044447}"/>
              </a:ext>
            </a:extLst>
          </p:cNvPr>
          <p:cNvCxnSpPr>
            <a:cxnSpLocks/>
            <a:stCxn id="11" idx="6"/>
            <a:endCxn id="66" idx="2"/>
          </p:cNvCxnSpPr>
          <p:nvPr/>
        </p:nvCxnSpPr>
        <p:spPr>
          <a:xfrm>
            <a:off x="3182111" y="973635"/>
            <a:ext cx="3800056" cy="1599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7ABBBDB5-4965-D3DB-C872-983A7F0E5DD3}"/>
              </a:ext>
            </a:extLst>
          </p:cNvPr>
          <p:cNvCxnSpPr>
            <a:cxnSpLocks/>
            <a:stCxn id="11" idx="6"/>
            <a:endCxn id="50" idx="2"/>
          </p:cNvCxnSpPr>
          <p:nvPr/>
        </p:nvCxnSpPr>
        <p:spPr>
          <a:xfrm>
            <a:off x="3182111" y="973635"/>
            <a:ext cx="704444" cy="1156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E2FA67D-8E22-C78D-ABD3-F130CBF4EC5C}"/>
                  </a:ext>
                </a:extLst>
              </p:cNvPr>
              <p:cNvSpPr txBox="1"/>
              <p:nvPr/>
            </p:nvSpPr>
            <p:spPr>
              <a:xfrm>
                <a:off x="3524748" y="1368548"/>
                <a:ext cx="4732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E2FA67D-8E22-C78D-ABD3-F130CBF4E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748" y="1368548"/>
                <a:ext cx="473206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D507935-93F4-58B0-1263-549A299411E9}"/>
                  </a:ext>
                </a:extLst>
              </p:cNvPr>
              <p:cNvSpPr txBox="1"/>
              <p:nvPr/>
            </p:nvSpPr>
            <p:spPr>
              <a:xfrm>
                <a:off x="3277414" y="2364239"/>
                <a:ext cx="5698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D507935-93F4-58B0-1263-549A29941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414" y="2364239"/>
                <a:ext cx="56982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4FF0F61-91B2-6D16-FF20-6CC35677A12B}"/>
              </a:ext>
            </a:extLst>
          </p:cNvPr>
          <p:cNvCxnSpPr>
            <a:cxnSpLocks/>
            <a:stCxn id="11" idx="6"/>
            <a:endCxn id="54" idx="2"/>
          </p:cNvCxnSpPr>
          <p:nvPr/>
        </p:nvCxnSpPr>
        <p:spPr>
          <a:xfrm>
            <a:off x="3182111" y="973635"/>
            <a:ext cx="704444" cy="1915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14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148</Words>
  <Application>Microsoft Macintosh PowerPoint</Application>
  <PresentationFormat>宽屏</PresentationFormat>
  <Paragraphs>145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zxy18715641952@163.com</dc:creator>
  <cp:lastModifiedBy>zxy18715641952@163.com</cp:lastModifiedBy>
  <cp:revision>3</cp:revision>
  <dcterms:created xsi:type="dcterms:W3CDTF">2025-10-22T14:09:11Z</dcterms:created>
  <dcterms:modified xsi:type="dcterms:W3CDTF">2025-10-31T13:45:13Z</dcterms:modified>
</cp:coreProperties>
</file>